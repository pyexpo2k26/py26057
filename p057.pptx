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1.svg" ContentType="image/svg+xml"/>
  <Override PartName="/ppt/media/image3.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8"/>
  </p:notesMasterIdLst>
  <p:sldIdLst>
    <p:sldId id="256" r:id="rId3"/>
    <p:sldId id="257" r:id="rId4"/>
    <p:sldId id="258" r:id="rId5"/>
    <p:sldId id="259" r:id="rId6"/>
    <p:sldId id="260" r:id="rId7"/>
  </p:sldIdLst>
  <p:sldSz cx="18288000" cy="10287000"/>
  <p:notesSz cx="7559675" cy="10691495"/>
  <p:embeddedFontLst>
    <p:embeddedFont>
      <p:font typeface="Calibri" panose="020F0502020204030204"/>
      <p:regular r:id="rId12"/>
      <p:bold r:id="rId13"/>
      <p:italic r:id="rId14"/>
      <p:boldItalic r:id="rId15"/>
    </p:embeddedFont>
    <p:embeddedFont>
      <p:font typeface="Canva Sans" panose="020B0503030501040103"/>
      <p:regular r:id="rId16"/>
    </p:embeddedFont>
    <p:embeddedFont>
      <p:font typeface="MediaPro Heavy Condensed" panose="00000800000000000000"/>
      <p:bold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font" Target="fonts/font6.fntdata"/><Relationship Id="rId16" Type="http://schemas.openxmlformats.org/officeDocument/2006/relationships/font" Target="fonts/font5.fntdata"/><Relationship Id="rId15" Type="http://schemas.openxmlformats.org/officeDocument/2006/relationships/font" Target="fonts/font4.fntdata"/><Relationship Id="rId14" Type="http://schemas.openxmlformats.org/officeDocument/2006/relationships/font" Target="fonts/font3.fntdata"/><Relationship Id="rId13" Type="http://schemas.openxmlformats.org/officeDocument/2006/relationships/font" Target="fonts/font2.fntdata"/><Relationship Id="rId12" Type="http://schemas.openxmlformats.org/officeDocument/2006/relationships/font" Target="fonts/font1.fntdata"/><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5859" cy="53643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2066" y="0"/>
            <a:ext cx="3275859" cy="536431"/>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572389" y="1336437"/>
            <a:ext cx="6414897" cy="360838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968" y="5145282"/>
            <a:ext cx="6047740" cy="4209776"/>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10155065"/>
            <a:ext cx="3275859" cy="53643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2066" y="10155065"/>
            <a:ext cx="3275859" cy="536430"/>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3" name="PlaceHolder 2"/>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4" name="PlaceHolder 3"/>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237EBFEA-F028-4A07-8623-A9EDB00375B5}"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
        <p:nvSpPr>
          <p:cNvPr id="5" name="PlaceHolder 4"/>
          <p:cNvSpPr>
            <a:spLocks noGrp="1"/>
          </p:cNvSpPr>
          <p:nvPr>
            <p:ph type="title" hasCustomPrompt="1"/>
          </p:nvPr>
        </p:nvSpPr>
        <p:spPr>
          <a:xfrm>
            <a:off x="914400" y="410400"/>
            <a:ext cx="16458480" cy="1717200"/>
          </a:xfrm>
          <a:prstGeom prst="rect">
            <a:avLst/>
          </a:prstGeom>
          <a:noFill/>
          <a:ln w="0">
            <a:noFill/>
          </a:ln>
        </p:spPr>
        <p:txBody>
          <a:bodyPr lIns="0" tIns="0" rIns="0" bIns="0" anchor="ctr">
            <a:noAutofit/>
          </a:bodyPr>
          <a:p>
            <a:pPr indent="0">
              <a:lnSpc>
                <a:spcPct val="100000"/>
              </a:lnSpc>
              <a:buNone/>
              <a:tabLst>
                <a:tab pos="0" algn="l"/>
              </a:tabLst>
            </a:pPr>
            <a:r>
              <a:rPr lang="en-US" sz="1800" b="0" u="none" strike="noStrike">
                <a:solidFill>
                  <a:schemeClr val="dk1"/>
                </a:solidFill>
                <a:effectLst/>
                <a:uFillTx/>
                <a:latin typeface="Calibri" panose="020F0502020204030204"/>
              </a:rPr>
              <a:t>Click to edit the title text format</a:t>
            </a:r>
            <a:endParaRPr lang="en-IN" sz="1800" b="0" u="none" strike="noStrike">
              <a:solidFill>
                <a:srgbClr val="000000"/>
              </a:solidFill>
              <a:effectLst/>
              <a:uFillTx/>
              <a:latin typeface="Arial" panose="020B0604020202020204"/>
            </a:endParaRPr>
          </a:p>
        </p:txBody>
      </p:sp>
      <p:sp>
        <p:nvSpPr>
          <p:cNvPr id="6" name="PlaceHolder 5"/>
          <p:cNvSpPr>
            <a:spLocks noGrp="1"/>
          </p:cNvSpPr>
          <p:nvPr>
            <p:ph type="body" hasCustomPrompt="1"/>
          </p:nvPr>
        </p:nvSpPr>
        <p:spPr>
          <a:xfrm>
            <a:off x="914400" y="2406960"/>
            <a:ext cx="16458480" cy="5965560"/>
          </a:xfrm>
          <a:prstGeom prst="rect">
            <a:avLst/>
          </a:prstGeom>
          <a:noFill/>
          <a:ln w="0">
            <a:noFill/>
          </a:ln>
        </p:spPr>
        <p:txBody>
          <a:bodyPr lIns="0" tIns="0" rIns="0" bIns="0" anchor="t">
            <a:normAutofit/>
          </a:bodyPr>
          <a:p>
            <a:pPr marL="431800" indent="-323850">
              <a:lnSpc>
                <a:spcPct val="100000"/>
              </a:lnSpc>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Click to edit the outline text format</a:t>
            </a:r>
            <a:endParaRPr lang="en-IN" sz="3200" b="0" u="none" strike="noStrike">
              <a:solidFill>
                <a:srgbClr val="000000"/>
              </a:solidFill>
              <a:effectLst/>
              <a:uFillTx/>
              <a:latin typeface="Arial" panose="020B0604020202020204"/>
            </a:endParaRPr>
          </a:p>
          <a:p>
            <a:pPr marL="864235" lvl="1" indent="-323850">
              <a:lnSpc>
                <a:spcPct val="100000"/>
              </a:lnSpc>
              <a:spcBef>
                <a:spcPts val="1135"/>
              </a:spcBef>
              <a:buClr>
                <a:srgbClr val="000000"/>
              </a:buClr>
              <a:buSzPct val="75000"/>
              <a:buFont typeface="Symbol" panose="05050102010706020507" charset="2"/>
              <a:buChar char=""/>
            </a:pPr>
            <a:r>
              <a:rPr lang="en-US" sz="2400" b="0" u="none" strike="noStrike">
                <a:solidFill>
                  <a:schemeClr val="dk1"/>
                </a:solidFill>
                <a:effectLst/>
                <a:uFillTx/>
                <a:latin typeface="Calibri" panose="020F0502020204030204"/>
              </a:rPr>
              <a:t>Second Outline Level</a:t>
            </a:r>
            <a:endParaRPr lang="en-IN" sz="2400" b="0" u="none" strike="noStrike">
              <a:solidFill>
                <a:srgbClr val="000000"/>
              </a:solidFill>
              <a:effectLst/>
              <a:uFillTx/>
              <a:latin typeface="Arial" panose="020B0604020202020204"/>
            </a:endParaRPr>
          </a:p>
          <a:p>
            <a:pPr marL="1296035" lvl="2" indent="-288290">
              <a:lnSpc>
                <a:spcPct val="100000"/>
              </a:lnSpc>
              <a:spcBef>
                <a:spcPts val="850"/>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Third Outline Level</a:t>
            </a:r>
            <a:endParaRPr lang="en-IN" sz="2000" b="0" u="none" strike="noStrike">
              <a:solidFill>
                <a:srgbClr val="000000"/>
              </a:solidFill>
              <a:effectLst/>
              <a:uFillTx/>
              <a:latin typeface="Arial" panose="020B0604020202020204"/>
            </a:endParaRPr>
          </a:p>
          <a:p>
            <a:pPr marL="1727835" lvl="3" indent="-215900">
              <a:lnSpc>
                <a:spcPct val="100000"/>
              </a:lnSpc>
              <a:spcBef>
                <a:spcPts val="565"/>
              </a:spcBef>
              <a:buClr>
                <a:srgbClr val="000000"/>
              </a:buClr>
              <a:buSzPct val="75000"/>
              <a:buFont typeface="Symbol" panose="05050102010706020507" charset="2"/>
              <a:buChar char=""/>
            </a:pPr>
            <a:r>
              <a:rPr lang="en-US" sz="2000" b="0" u="none" strike="noStrike">
                <a:solidFill>
                  <a:schemeClr val="dk1"/>
                </a:solidFill>
                <a:effectLst/>
                <a:uFillTx/>
                <a:latin typeface="Calibri" panose="020F0502020204030204"/>
              </a:rPr>
              <a:t>Fourth Outline Level</a:t>
            </a:r>
            <a:endParaRPr lang="en-IN" sz="2000" b="0" u="none" strike="noStrike">
              <a:solidFill>
                <a:srgbClr val="000000"/>
              </a:solidFill>
              <a:effectLst/>
              <a:uFillTx/>
              <a:latin typeface="Arial" panose="020B0604020202020204"/>
            </a:endParaRPr>
          </a:p>
          <a:p>
            <a:pPr marL="2160270" lvl="4" indent="-215900">
              <a:lnSpc>
                <a:spcPct val="100000"/>
              </a:lnSpc>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Fifth Outline Level</a:t>
            </a:r>
            <a:endParaRPr lang="en-IN" sz="2000" b="0" u="none" strike="noStrike">
              <a:solidFill>
                <a:srgbClr val="000000"/>
              </a:solidFill>
              <a:effectLst/>
              <a:uFillTx/>
              <a:latin typeface="Arial" panose="020B0604020202020204"/>
            </a:endParaRPr>
          </a:p>
          <a:p>
            <a:pPr marL="2592070" lvl="5" indent="-215900">
              <a:lnSpc>
                <a:spcPct val="100000"/>
              </a:lnSpc>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Sixth Outline Level</a:t>
            </a:r>
            <a:endParaRPr lang="en-IN" sz="2000" b="0" u="none" strike="noStrike">
              <a:solidFill>
                <a:srgbClr val="000000"/>
              </a:solidFill>
              <a:effectLst/>
              <a:uFillTx/>
              <a:latin typeface="Arial" panose="020B0604020202020204"/>
            </a:endParaRPr>
          </a:p>
          <a:p>
            <a:pPr marL="3023870" lvl="6" indent="-215900">
              <a:lnSpc>
                <a:spcPct val="100000"/>
              </a:lnSpc>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panose="020F0502020204030204"/>
              </a:rPr>
              <a:t>Seventh Outline Level</a:t>
            </a:r>
            <a:endParaRPr lang="en-IN" sz="20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2880"/>
            <a:ext cx="3007440" cy="1161360"/>
          </a:xfrm>
          <a:prstGeom prst="rect">
            <a:avLst/>
          </a:prstGeom>
          <a:noFill/>
          <a:ln w="0">
            <a:noFill/>
          </a:ln>
        </p:spPr>
        <p:txBody>
          <a:bodyPr lIns="91440" tIns="45720" rIns="91440" bIns="45720" anchor="b">
            <a:noAutofit/>
          </a:bodyPr>
          <a:p>
            <a:pPr indent="0" defTabSz="914400">
              <a:lnSpc>
                <a:spcPct val="100000"/>
              </a:lnSpc>
              <a:buNone/>
              <a:tabLst>
                <a:tab pos="0" algn="l"/>
              </a:tabLst>
            </a:pPr>
            <a:r>
              <a:rPr lang="en-US" sz="2000" b="1" u="none" strike="noStrike">
                <a:solidFill>
                  <a:schemeClr val="dk1"/>
                </a:solidFill>
                <a:effectLst/>
                <a:uFillTx/>
                <a:latin typeface="Calibri" panose="020F0502020204030204"/>
              </a:rPr>
              <a:t>Click to edit Master title style</a:t>
            </a:r>
            <a:endParaRPr lang="en-IN" sz="2000" b="0" u="none" strike="noStrike">
              <a:solidFill>
                <a:srgbClr val="000000"/>
              </a:solidFill>
              <a:effectLst/>
              <a:uFillTx/>
              <a:latin typeface="Arial" panose="020B0604020202020204"/>
            </a:endParaRPr>
          </a:p>
        </p:txBody>
      </p:sp>
      <p:sp>
        <p:nvSpPr>
          <p:cNvPr id="8" name="PlaceHolder 2"/>
          <p:cNvSpPr>
            <a:spLocks noGrp="1"/>
          </p:cNvSpPr>
          <p:nvPr>
            <p:ph type="body"/>
          </p:nvPr>
        </p:nvSpPr>
        <p:spPr>
          <a:xfrm>
            <a:off x="3575160" y="272880"/>
            <a:ext cx="5110920" cy="5852520"/>
          </a:xfrm>
          <a:prstGeom prst="rect">
            <a:avLst/>
          </a:prstGeom>
          <a:noFill/>
          <a:ln w="0">
            <a:noFill/>
          </a:ln>
        </p:spPr>
        <p:txBody>
          <a:bodyPr lIns="91440" tIns="45720" rIns="91440" bIns="45720" anchor="t">
            <a:noAutofit/>
          </a:bodyPr>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IN" sz="3200" b="0" u="none" strike="noStrike">
              <a:solidFill>
                <a:srgbClr val="000000"/>
              </a:solidFill>
              <a:effectLst/>
              <a:uFillTx/>
              <a:latin typeface="Arial" panose="020B0604020202020204"/>
            </a:endParaRP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IN" sz="2800" b="0" u="none" strike="noStrike">
              <a:solidFill>
                <a:srgbClr val="000000"/>
              </a:solidFill>
              <a:effectLst/>
              <a:uFillTx/>
              <a:latin typeface="Arial" panose="020B0604020202020204"/>
            </a:endParaRP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IN" sz="2400" b="0" u="none" strike="noStrike">
              <a:solidFill>
                <a:srgbClr val="000000"/>
              </a:solidFill>
              <a:effectLst/>
              <a:uFillTx/>
              <a:latin typeface="Arial" panose="020B0604020202020204"/>
            </a:endParaRP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IN" sz="2000" b="0" u="none" strike="noStrike">
              <a:solidFill>
                <a:srgbClr val="000000"/>
              </a:solidFill>
              <a:effectLst/>
              <a:uFillTx/>
              <a:latin typeface="Arial" panose="020B0604020202020204"/>
            </a:endParaRP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IN" sz="2000" b="0" u="none" strike="noStrike">
              <a:solidFill>
                <a:srgbClr val="000000"/>
              </a:solidFill>
              <a:effectLst/>
              <a:uFillTx/>
              <a:latin typeface="Arial" panose="020B0604020202020204"/>
            </a:endParaRPr>
          </a:p>
        </p:txBody>
      </p:sp>
      <p:sp>
        <p:nvSpPr>
          <p:cNvPr id="9" name="PlaceHolder 3"/>
          <p:cNvSpPr>
            <a:spLocks noGrp="1"/>
          </p:cNvSpPr>
          <p:nvPr>
            <p:ph type="body"/>
          </p:nvPr>
        </p:nvSpPr>
        <p:spPr>
          <a:xfrm>
            <a:off x="457200" y="1434960"/>
            <a:ext cx="3007440" cy="4690440"/>
          </a:xfrm>
          <a:prstGeom prst="rect">
            <a:avLst/>
          </a:prstGeom>
          <a:noFill/>
          <a:ln w="0">
            <a:noFill/>
          </a:ln>
        </p:spPr>
        <p:txBody>
          <a:bodyPr lIns="91440" tIns="45720" rIns="91440" bIns="45720" anchor="t">
            <a:noAutofit/>
          </a:bodyPr>
          <a:p>
            <a:pPr indent="0" defTabSz="914400">
              <a:lnSpc>
                <a:spcPct val="100000"/>
              </a:lnSpc>
              <a:spcBef>
                <a:spcPts val="280"/>
              </a:spcBef>
              <a:buNone/>
              <a:tabLst>
                <a:tab pos="0" algn="l"/>
              </a:tabLst>
            </a:pPr>
            <a:r>
              <a:rPr lang="en-US" sz="1400" b="0" u="none" strike="noStrike">
                <a:solidFill>
                  <a:schemeClr val="dk1"/>
                </a:solidFill>
                <a:effectLst/>
                <a:uFillTx/>
                <a:latin typeface="Calibri" panose="020F0502020204030204"/>
              </a:rPr>
              <a:t>Click to edit Master text styles</a:t>
            </a:r>
            <a:endParaRPr lang="en-IN" sz="1400" b="0" u="none" strike="noStrike">
              <a:solidFill>
                <a:srgbClr val="000000"/>
              </a:solidFill>
              <a:effectLst/>
              <a:uFillTx/>
              <a:latin typeface="Arial" panose="020B0604020202020204"/>
            </a:endParaRPr>
          </a:p>
        </p:txBody>
      </p:sp>
      <p:sp>
        <p:nvSpPr>
          <p:cNvPr id="10" name="PlaceHolder 4"/>
          <p:cNvSpPr>
            <a:spLocks noGrp="1"/>
          </p:cNvSpPr>
          <p:nvPr>
            <p:ph type="dt" idx="4"/>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11" name="PlaceHolder 5"/>
          <p:cNvSpPr>
            <a:spLocks noGrp="1"/>
          </p:cNvSpPr>
          <p:nvPr>
            <p:ph type="ftr" idx="5"/>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12" name="PlaceHolder 6"/>
          <p:cNvSpPr>
            <a:spLocks noGrp="1"/>
          </p:cNvSpPr>
          <p:nvPr>
            <p:ph type="sldNum" idx="6"/>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5989E739-F179-42FD-9C4C-6F1AC097DD13}"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1792440" y="4800600"/>
            <a:ext cx="5485680" cy="565920"/>
          </a:xfrm>
          <a:prstGeom prst="rect">
            <a:avLst/>
          </a:prstGeom>
          <a:noFill/>
          <a:ln w="0">
            <a:noFill/>
          </a:ln>
        </p:spPr>
        <p:txBody>
          <a:bodyPr lIns="91440" tIns="45720" rIns="91440" bIns="45720" anchor="b">
            <a:noAutofit/>
          </a:bodyPr>
          <a:p>
            <a:pPr indent="0" defTabSz="914400">
              <a:lnSpc>
                <a:spcPct val="100000"/>
              </a:lnSpc>
              <a:buNone/>
              <a:tabLst>
                <a:tab pos="0" algn="l"/>
              </a:tabLst>
            </a:pPr>
            <a:r>
              <a:rPr lang="en-US" sz="2000" b="1" u="none" strike="noStrike">
                <a:solidFill>
                  <a:schemeClr val="dk1"/>
                </a:solidFill>
                <a:effectLst/>
                <a:uFillTx/>
                <a:latin typeface="Calibri" panose="020F0502020204030204"/>
              </a:rPr>
              <a:t>Click to edit Master title style</a:t>
            </a:r>
            <a:endParaRPr lang="en-IN" sz="2000" b="0" u="none" strike="noStrike">
              <a:solidFill>
                <a:srgbClr val="000000"/>
              </a:solidFill>
              <a:effectLst/>
              <a:uFillTx/>
              <a:latin typeface="Arial" panose="020B0604020202020204"/>
            </a:endParaRPr>
          </a:p>
        </p:txBody>
      </p:sp>
      <p:sp>
        <p:nvSpPr>
          <p:cNvPr id="14" name="PlaceHolder 2"/>
          <p:cNvSpPr>
            <a:spLocks noGrp="1"/>
          </p:cNvSpPr>
          <p:nvPr>
            <p:ph type="body" hasCustomPrompt="1"/>
          </p:nvPr>
        </p:nvSpPr>
        <p:spPr>
          <a:xfrm>
            <a:off x="1792440" y="612720"/>
            <a:ext cx="5485680" cy="4114080"/>
          </a:xfrm>
          <a:prstGeom prst="rect">
            <a:avLst/>
          </a:prstGeom>
          <a:noFill/>
          <a:ln w="0">
            <a:noFill/>
          </a:ln>
        </p:spPr>
        <p:txBody>
          <a:bodyPr lIns="90000" tIns="45000" rIns="90000" bIns="45000" anchor="t">
            <a:noAutofit/>
          </a:bodyPr>
          <a:p>
            <a:pPr marL="431800" indent="-323850">
              <a:lnSpc>
                <a:spcPct val="100000"/>
              </a:lnSpc>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Click to edit the outline text format</a:t>
            </a:r>
            <a:endParaRPr lang="en-IN" sz="3200" b="0" u="none" strike="noStrike">
              <a:solidFill>
                <a:srgbClr val="000000"/>
              </a:solidFill>
              <a:effectLst/>
              <a:uFillTx/>
              <a:latin typeface="Arial" panose="020B0604020202020204"/>
            </a:endParaRPr>
          </a:p>
          <a:p>
            <a:pPr marL="864235" lvl="1" indent="-323850">
              <a:lnSpc>
                <a:spcPct val="100000"/>
              </a:lnSpc>
              <a:spcBef>
                <a:spcPts val="1135"/>
              </a:spcBef>
              <a:buClr>
                <a:srgbClr val="000000"/>
              </a:buClr>
              <a:buSzPct val="75000"/>
              <a:buFont typeface="Symbol" panose="05050102010706020507" charset="2"/>
              <a:buChar char=""/>
            </a:pPr>
            <a:r>
              <a:rPr lang="en-US" sz="3200" b="0" u="none" strike="noStrike">
                <a:solidFill>
                  <a:schemeClr val="dk1"/>
                </a:solidFill>
                <a:effectLst/>
                <a:uFillTx/>
                <a:latin typeface="Calibri" panose="020F0502020204030204"/>
              </a:rPr>
              <a:t>Second Outline Level</a:t>
            </a:r>
            <a:endParaRPr lang="en-IN" sz="3200" b="0" u="none" strike="noStrike">
              <a:solidFill>
                <a:srgbClr val="000000"/>
              </a:solidFill>
              <a:effectLst/>
              <a:uFillTx/>
              <a:latin typeface="Arial" panose="020B0604020202020204"/>
            </a:endParaRPr>
          </a:p>
          <a:p>
            <a:pPr marL="1296035" lvl="2" indent="-288290">
              <a:lnSpc>
                <a:spcPct val="100000"/>
              </a:lnSpc>
              <a:spcBef>
                <a:spcPts val="850"/>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Third Outline Level</a:t>
            </a:r>
            <a:endParaRPr lang="en-IN" sz="3200" b="0" u="none" strike="noStrike">
              <a:solidFill>
                <a:srgbClr val="000000"/>
              </a:solidFill>
              <a:effectLst/>
              <a:uFillTx/>
              <a:latin typeface="Arial" panose="020B0604020202020204"/>
            </a:endParaRPr>
          </a:p>
          <a:p>
            <a:pPr marL="1727835" lvl="3" indent="-215900">
              <a:lnSpc>
                <a:spcPct val="100000"/>
              </a:lnSpc>
              <a:spcBef>
                <a:spcPts val="565"/>
              </a:spcBef>
              <a:buClr>
                <a:srgbClr val="000000"/>
              </a:buClr>
              <a:buSzPct val="75000"/>
              <a:buFont typeface="Symbol" panose="05050102010706020507" charset="2"/>
              <a:buChar char=""/>
            </a:pPr>
            <a:r>
              <a:rPr lang="en-US" sz="3200" b="0" u="none" strike="noStrike">
                <a:solidFill>
                  <a:schemeClr val="dk1"/>
                </a:solidFill>
                <a:effectLst/>
                <a:uFillTx/>
                <a:latin typeface="Calibri" panose="020F0502020204030204"/>
              </a:rPr>
              <a:t>Fourth Outline Level</a:t>
            </a:r>
            <a:endParaRPr lang="en-IN" sz="3200" b="0" u="none" strike="noStrike">
              <a:solidFill>
                <a:srgbClr val="000000"/>
              </a:solidFill>
              <a:effectLst/>
              <a:uFillTx/>
              <a:latin typeface="Arial" panose="020B0604020202020204"/>
            </a:endParaRPr>
          </a:p>
          <a:p>
            <a:pPr marL="2160270" lvl="4" indent="-215900">
              <a:lnSpc>
                <a:spcPct val="100000"/>
              </a:lnSpc>
              <a:spcBef>
                <a:spcPts val="28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Fifth Outline Level</a:t>
            </a:r>
            <a:endParaRPr lang="en-IN" sz="3200" b="0" u="none" strike="noStrike">
              <a:solidFill>
                <a:srgbClr val="000000"/>
              </a:solidFill>
              <a:effectLst/>
              <a:uFillTx/>
              <a:latin typeface="Arial" panose="020B0604020202020204"/>
            </a:endParaRPr>
          </a:p>
          <a:p>
            <a:pPr marL="2592070" lvl="5" indent="-215900">
              <a:lnSpc>
                <a:spcPct val="100000"/>
              </a:lnSpc>
              <a:spcBef>
                <a:spcPts val="28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Sixth Outline Level</a:t>
            </a:r>
            <a:endParaRPr lang="en-IN" sz="3200" b="0" u="none" strike="noStrike">
              <a:solidFill>
                <a:srgbClr val="000000"/>
              </a:solidFill>
              <a:effectLst/>
              <a:uFillTx/>
              <a:latin typeface="Arial" panose="020B0604020202020204"/>
            </a:endParaRPr>
          </a:p>
          <a:p>
            <a:pPr marL="3023870" lvl="6" indent="-215900">
              <a:lnSpc>
                <a:spcPct val="100000"/>
              </a:lnSpc>
              <a:spcBef>
                <a:spcPts val="28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panose="020F0502020204030204"/>
              </a:rPr>
              <a:t>Seventh Outline Level</a:t>
            </a:r>
            <a:endParaRPr lang="en-IN" sz="3200" b="0" u="none" strike="noStrike">
              <a:solidFill>
                <a:srgbClr val="000000"/>
              </a:solidFill>
              <a:effectLst/>
              <a:uFillTx/>
              <a:latin typeface="Arial" panose="020B0604020202020204"/>
            </a:endParaRPr>
          </a:p>
        </p:txBody>
      </p:sp>
      <p:sp>
        <p:nvSpPr>
          <p:cNvPr id="15" name="PlaceHolder 3"/>
          <p:cNvSpPr>
            <a:spLocks noGrp="1"/>
          </p:cNvSpPr>
          <p:nvPr>
            <p:ph type="body"/>
          </p:nvPr>
        </p:nvSpPr>
        <p:spPr>
          <a:xfrm>
            <a:off x="1792440" y="5367240"/>
            <a:ext cx="5485680" cy="804240"/>
          </a:xfrm>
          <a:prstGeom prst="rect">
            <a:avLst/>
          </a:prstGeom>
          <a:noFill/>
          <a:ln w="0">
            <a:noFill/>
          </a:ln>
        </p:spPr>
        <p:txBody>
          <a:bodyPr lIns="91440" tIns="45720" rIns="91440" bIns="45720" anchor="t">
            <a:noAutofit/>
          </a:bodyPr>
          <a:p>
            <a:pPr indent="0" defTabSz="914400">
              <a:lnSpc>
                <a:spcPct val="100000"/>
              </a:lnSpc>
              <a:spcBef>
                <a:spcPts val="280"/>
              </a:spcBef>
              <a:buNone/>
              <a:tabLst>
                <a:tab pos="0" algn="l"/>
              </a:tabLst>
            </a:pPr>
            <a:r>
              <a:rPr lang="en-US" sz="1400" b="0" u="none" strike="noStrike">
                <a:solidFill>
                  <a:schemeClr val="dk1"/>
                </a:solidFill>
                <a:effectLst/>
                <a:uFillTx/>
                <a:latin typeface="Calibri" panose="020F0502020204030204"/>
              </a:rPr>
              <a:t>Click to edit Master text styles</a:t>
            </a:r>
            <a:endParaRPr lang="en-IN" sz="1400" b="0" u="none" strike="noStrike">
              <a:solidFill>
                <a:srgbClr val="000000"/>
              </a:solidFill>
              <a:effectLst/>
              <a:uFillTx/>
              <a:latin typeface="Arial" panose="020B0604020202020204"/>
            </a:endParaRPr>
          </a:p>
        </p:txBody>
      </p:sp>
      <p:sp>
        <p:nvSpPr>
          <p:cNvPr id="16" name="PlaceHolder 4"/>
          <p:cNvSpPr>
            <a:spLocks noGrp="1"/>
          </p:cNvSpPr>
          <p:nvPr>
            <p:ph type="dt" idx="7"/>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17" name="PlaceHolder 5"/>
          <p:cNvSpPr>
            <a:spLocks noGrp="1"/>
          </p:cNvSpPr>
          <p:nvPr>
            <p:ph type="ftr" idx="8"/>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18" name="PlaceHolder 6"/>
          <p:cNvSpPr>
            <a:spLocks noGrp="1"/>
          </p:cNvSpPr>
          <p:nvPr>
            <p:ph type="sldNum" idx="9"/>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5DE8C916-3DC5-4BF9-915C-79636CFBCEAF}"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FFFFFF"/>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20" name="PlaceHolder 2"/>
          <p:cNvSpPr>
            <a:spLocks noGrp="1"/>
          </p:cNvSpPr>
          <p:nvPr>
            <p:ph type="dt" idx="10"/>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21" name="PlaceHolder 3"/>
          <p:cNvSpPr>
            <a:spLocks noGrp="1"/>
          </p:cNvSpPr>
          <p:nvPr>
            <p:ph type="ftr" idx="11"/>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22" name="PlaceHolder 4"/>
          <p:cNvSpPr>
            <a:spLocks noGrp="1"/>
          </p:cNvSpPr>
          <p:nvPr>
            <p:ph type="sldNum" idx="12"/>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6BA4C032-9C0E-47E8-A1AA-CF7F2B2EBA00}"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24" name="PlaceHolder 2"/>
          <p:cNvSpPr>
            <a:spLocks noGrp="1"/>
          </p:cNvSpPr>
          <p:nvPr>
            <p:ph type="body"/>
          </p:nvPr>
        </p:nvSpPr>
        <p:spPr>
          <a:xfrm>
            <a:off x="457200" y="1600200"/>
            <a:ext cx="8228880" cy="4525200"/>
          </a:xfrm>
          <a:prstGeom prst="rect">
            <a:avLst/>
          </a:prstGeom>
          <a:noFill/>
          <a:ln w="0">
            <a:noFill/>
          </a:ln>
        </p:spPr>
        <p:txBody>
          <a:bodyPr vert="eaVert" lIns="91440" tIns="45720" rIns="91440" bIns="45720" anchor="t">
            <a:noAutofit/>
          </a:bodyPr>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IN" sz="3200" b="0" u="none" strike="noStrike">
              <a:solidFill>
                <a:srgbClr val="000000"/>
              </a:solidFill>
              <a:effectLst/>
              <a:uFillTx/>
              <a:latin typeface="Arial" panose="020B0604020202020204"/>
            </a:endParaRP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IN" sz="2800" b="0" u="none" strike="noStrike">
              <a:solidFill>
                <a:srgbClr val="000000"/>
              </a:solidFill>
              <a:effectLst/>
              <a:uFillTx/>
              <a:latin typeface="Arial" panose="020B0604020202020204"/>
            </a:endParaRP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IN" sz="2400" b="0" u="none" strike="noStrike">
              <a:solidFill>
                <a:srgbClr val="000000"/>
              </a:solidFill>
              <a:effectLst/>
              <a:uFillTx/>
              <a:latin typeface="Arial" panose="020B0604020202020204"/>
            </a:endParaRP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IN" sz="2000" b="0" u="none" strike="noStrike">
              <a:solidFill>
                <a:srgbClr val="000000"/>
              </a:solidFill>
              <a:effectLst/>
              <a:uFillTx/>
              <a:latin typeface="Arial" panose="020B0604020202020204"/>
            </a:endParaRP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IN" sz="2000" b="0" u="none" strike="noStrike">
              <a:solidFill>
                <a:srgbClr val="000000"/>
              </a:solidFill>
              <a:effectLst/>
              <a:uFillTx/>
              <a:latin typeface="Arial" panose="020B0604020202020204"/>
            </a:endParaRPr>
          </a:p>
        </p:txBody>
      </p:sp>
      <p:sp>
        <p:nvSpPr>
          <p:cNvPr id="25" name="PlaceHolder 3"/>
          <p:cNvSpPr>
            <a:spLocks noGrp="1"/>
          </p:cNvSpPr>
          <p:nvPr>
            <p:ph type="dt" idx="13"/>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26" name="PlaceHolder 4"/>
          <p:cNvSpPr>
            <a:spLocks noGrp="1"/>
          </p:cNvSpPr>
          <p:nvPr>
            <p:ph type="ftr" idx="14"/>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27" name="PlaceHolder 5"/>
          <p:cNvSpPr>
            <a:spLocks noGrp="1"/>
          </p:cNvSpPr>
          <p:nvPr>
            <p:ph type="sldNum" idx="15"/>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45F99031-7700-4FF4-AB06-B8C002DB5A2C}"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6629400" y="274680"/>
            <a:ext cx="2056680" cy="5850720"/>
          </a:xfrm>
          <a:prstGeom prst="rect">
            <a:avLst/>
          </a:prstGeom>
          <a:noFill/>
          <a:ln w="0">
            <a:noFill/>
          </a:ln>
        </p:spPr>
        <p:txBody>
          <a:bodyPr vert="eaVert"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29" name="PlaceHolder 2"/>
          <p:cNvSpPr>
            <a:spLocks noGrp="1"/>
          </p:cNvSpPr>
          <p:nvPr>
            <p:ph type="body"/>
          </p:nvPr>
        </p:nvSpPr>
        <p:spPr>
          <a:xfrm>
            <a:off x="457200" y="274680"/>
            <a:ext cx="6019200" cy="5850720"/>
          </a:xfrm>
          <a:prstGeom prst="rect">
            <a:avLst/>
          </a:prstGeom>
          <a:noFill/>
          <a:ln w="0">
            <a:noFill/>
          </a:ln>
        </p:spPr>
        <p:txBody>
          <a:bodyPr vert="eaVert" lIns="91440" tIns="45720" rIns="91440" bIns="45720" anchor="t">
            <a:noAutofit/>
          </a:bodyPr>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IN" sz="3200" b="0" u="none" strike="noStrike">
              <a:solidFill>
                <a:srgbClr val="000000"/>
              </a:solidFill>
              <a:effectLst/>
              <a:uFillTx/>
              <a:latin typeface="Arial" panose="020B0604020202020204"/>
            </a:endParaRP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IN" sz="2800" b="0" u="none" strike="noStrike">
              <a:solidFill>
                <a:srgbClr val="000000"/>
              </a:solidFill>
              <a:effectLst/>
              <a:uFillTx/>
              <a:latin typeface="Arial" panose="020B0604020202020204"/>
            </a:endParaRP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IN" sz="2400" b="0" u="none" strike="noStrike">
              <a:solidFill>
                <a:srgbClr val="000000"/>
              </a:solidFill>
              <a:effectLst/>
              <a:uFillTx/>
              <a:latin typeface="Arial" panose="020B0604020202020204"/>
            </a:endParaRP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IN" sz="2000" b="0" u="none" strike="noStrike">
              <a:solidFill>
                <a:srgbClr val="000000"/>
              </a:solidFill>
              <a:effectLst/>
              <a:uFillTx/>
              <a:latin typeface="Arial" panose="020B0604020202020204"/>
            </a:endParaRP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IN" sz="2000" b="0" u="none" strike="noStrike">
              <a:solidFill>
                <a:srgbClr val="000000"/>
              </a:solidFill>
              <a:effectLst/>
              <a:uFillTx/>
              <a:latin typeface="Arial" panose="020B0604020202020204"/>
            </a:endParaRPr>
          </a:p>
        </p:txBody>
      </p:sp>
      <p:sp>
        <p:nvSpPr>
          <p:cNvPr id="30" name="PlaceHolder 3"/>
          <p:cNvSpPr>
            <a:spLocks noGrp="1"/>
          </p:cNvSpPr>
          <p:nvPr>
            <p:ph type="dt" idx="16"/>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31" name="PlaceHolder 4"/>
          <p:cNvSpPr>
            <a:spLocks noGrp="1"/>
          </p:cNvSpPr>
          <p:nvPr>
            <p:ph type="ftr" idx="17"/>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32" name="PlaceHolder 5"/>
          <p:cNvSpPr>
            <a:spLocks noGrp="1"/>
          </p:cNvSpPr>
          <p:nvPr>
            <p:ph type="sldNum" idx="18"/>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45DCE00C-2691-4A42-83B5-A78943D39CD6}"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34" name="PlaceHolder 2"/>
          <p:cNvSpPr>
            <a:spLocks noGrp="1"/>
          </p:cNvSpPr>
          <p:nvPr>
            <p:ph type="body"/>
          </p:nvPr>
        </p:nvSpPr>
        <p:spPr>
          <a:xfrm>
            <a:off x="457200" y="1600200"/>
            <a:ext cx="8228880" cy="4525200"/>
          </a:xfrm>
          <a:prstGeom prst="rect">
            <a:avLst/>
          </a:prstGeom>
          <a:noFill/>
          <a:ln w="0">
            <a:noFill/>
          </a:ln>
        </p:spPr>
        <p:txBody>
          <a:bodyPr lIns="91440" tIns="45720" rIns="91440" bIns="45720" anchor="t">
            <a:noAutofit/>
          </a:bodyPr>
          <a:p>
            <a:pPr marL="342900" indent="-342900" defTabSz="914400">
              <a:lnSpc>
                <a:spcPct val="100000"/>
              </a:lnSpc>
              <a:spcBef>
                <a:spcPts val="64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IN" sz="3200" b="0" u="none" strike="noStrike">
              <a:solidFill>
                <a:srgbClr val="000000"/>
              </a:solidFill>
              <a:effectLst/>
              <a:uFillTx/>
              <a:latin typeface="Arial" panose="020B0604020202020204"/>
            </a:endParaRPr>
          </a:p>
          <a:p>
            <a:pPr marL="742950" lvl="1" indent="-28575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IN" sz="2800" b="0" u="none" strike="noStrike">
              <a:solidFill>
                <a:srgbClr val="000000"/>
              </a:solidFill>
              <a:effectLst/>
              <a:uFillTx/>
              <a:latin typeface="Arial" panose="020B0604020202020204"/>
            </a:endParaRPr>
          </a:p>
          <a:p>
            <a:pPr marL="1143000" lvl="2" indent="-2286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IN" sz="2400" b="0" u="none" strike="noStrike">
              <a:solidFill>
                <a:srgbClr val="000000"/>
              </a:solidFill>
              <a:effectLst/>
              <a:uFillTx/>
              <a:latin typeface="Arial" panose="020B0604020202020204"/>
            </a:endParaRPr>
          </a:p>
          <a:p>
            <a:pPr marL="1600200" lvl="3"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IN" sz="2000" b="0" u="none" strike="noStrike">
              <a:solidFill>
                <a:srgbClr val="000000"/>
              </a:solidFill>
              <a:effectLst/>
              <a:uFillTx/>
              <a:latin typeface="Arial" panose="020B0604020202020204"/>
            </a:endParaRPr>
          </a:p>
          <a:p>
            <a:pPr marL="2057400" lvl="4"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IN" sz="2000" b="0" u="none" strike="noStrike">
              <a:solidFill>
                <a:srgbClr val="000000"/>
              </a:solidFill>
              <a:effectLst/>
              <a:uFillTx/>
              <a:latin typeface="Arial" panose="020B0604020202020204"/>
            </a:endParaRPr>
          </a:p>
        </p:txBody>
      </p:sp>
      <p:sp>
        <p:nvSpPr>
          <p:cNvPr id="35" name="PlaceHolder 3"/>
          <p:cNvSpPr>
            <a:spLocks noGrp="1"/>
          </p:cNvSpPr>
          <p:nvPr>
            <p:ph type="dt" idx="19"/>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36" name="PlaceHolder 4"/>
          <p:cNvSpPr>
            <a:spLocks noGrp="1"/>
          </p:cNvSpPr>
          <p:nvPr>
            <p:ph type="ftr" idx="20"/>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37" name="PlaceHolder 5"/>
          <p:cNvSpPr>
            <a:spLocks noGrp="1"/>
          </p:cNvSpPr>
          <p:nvPr>
            <p:ph type="sldNum" idx="21"/>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C7BE2A58-2873-4B17-B2FA-79079D69F81A}"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722160" y="4406760"/>
            <a:ext cx="7771680" cy="1361520"/>
          </a:xfrm>
          <a:prstGeom prst="rect">
            <a:avLst/>
          </a:prstGeom>
          <a:noFill/>
          <a:ln w="0">
            <a:noFill/>
          </a:ln>
        </p:spPr>
        <p:txBody>
          <a:bodyPr lIns="91440" tIns="45720" rIns="91440" bIns="45720" anchor="t">
            <a:noAutofit/>
          </a:bodyPr>
          <a:p>
            <a:pPr indent="0" defTabSz="914400">
              <a:lnSpc>
                <a:spcPct val="100000"/>
              </a:lnSpc>
              <a:buNone/>
              <a:tabLst>
                <a:tab pos="0" algn="l"/>
              </a:tabLst>
            </a:pPr>
            <a:r>
              <a:rPr lang="en-US" sz="4000" b="1" u="none" strike="noStrike" cap="all">
                <a:solidFill>
                  <a:schemeClr val="dk1"/>
                </a:solidFill>
                <a:effectLst/>
                <a:uFillTx/>
                <a:latin typeface="Calibri" panose="020F0502020204030204"/>
              </a:rPr>
              <a:t>Click to edit Master title style</a:t>
            </a:r>
            <a:endParaRPr lang="en-IN" sz="4000" b="0" u="none" strike="noStrike">
              <a:solidFill>
                <a:srgbClr val="000000"/>
              </a:solidFill>
              <a:effectLst/>
              <a:uFillTx/>
              <a:latin typeface="Arial" panose="020B0604020202020204"/>
            </a:endParaRPr>
          </a:p>
        </p:txBody>
      </p:sp>
      <p:sp>
        <p:nvSpPr>
          <p:cNvPr id="39" name="PlaceHolder 2"/>
          <p:cNvSpPr>
            <a:spLocks noGrp="1"/>
          </p:cNvSpPr>
          <p:nvPr>
            <p:ph type="body"/>
          </p:nvPr>
        </p:nvSpPr>
        <p:spPr>
          <a:xfrm>
            <a:off x="722160" y="2906640"/>
            <a:ext cx="7771680" cy="1499400"/>
          </a:xfrm>
          <a:prstGeom prst="rect">
            <a:avLst/>
          </a:prstGeom>
          <a:noFill/>
          <a:ln w="0">
            <a:noFill/>
          </a:ln>
        </p:spPr>
        <p:txBody>
          <a:bodyPr lIns="91440" tIns="45720" rIns="91440" bIns="45720" anchor="b">
            <a:noAutofit/>
          </a:bodyPr>
          <a:p>
            <a:pPr indent="0" defTabSz="914400">
              <a:lnSpc>
                <a:spcPct val="100000"/>
              </a:lnSpc>
              <a:spcBef>
                <a:spcPts val="400"/>
              </a:spcBef>
              <a:buNone/>
              <a:tabLst>
                <a:tab pos="0" algn="l"/>
              </a:tabLst>
            </a:pPr>
            <a:r>
              <a:rPr lang="en-US" sz="2000" b="0" u="none" strike="noStrike">
                <a:solidFill>
                  <a:schemeClr val="dk1">
                    <a:tint val="75000"/>
                  </a:schemeClr>
                </a:solidFill>
                <a:effectLst/>
                <a:uFillTx/>
                <a:latin typeface="Calibri" panose="020F0502020204030204"/>
              </a:rPr>
              <a:t>Click to edit Master text styles</a:t>
            </a:r>
            <a:endParaRPr lang="en-IN" sz="2000" b="0" u="none" strike="noStrike">
              <a:solidFill>
                <a:srgbClr val="000000"/>
              </a:solidFill>
              <a:effectLst/>
              <a:uFillTx/>
              <a:latin typeface="Arial" panose="020B0604020202020204"/>
            </a:endParaRPr>
          </a:p>
        </p:txBody>
      </p:sp>
      <p:sp>
        <p:nvSpPr>
          <p:cNvPr id="40" name="PlaceHolder 3"/>
          <p:cNvSpPr>
            <a:spLocks noGrp="1"/>
          </p:cNvSpPr>
          <p:nvPr>
            <p:ph type="dt" idx="22"/>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41" name="PlaceHolder 4"/>
          <p:cNvSpPr>
            <a:spLocks noGrp="1"/>
          </p:cNvSpPr>
          <p:nvPr>
            <p:ph type="ftr" idx="23"/>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42" name="PlaceHolder 5"/>
          <p:cNvSpPr>
            <a:spLocks noGrp="1"/>
          </p:cNvSpPr>
          <p:nvPr>
            <p:ph type="sldNum" idx="24"/>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3CBB135D-ACA8-41CF-A1D4-116395011DAE}"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44" name="PlaceHolder 2"/>
          <p:cNvSpPr>
            <a:spLocks noGrp="1"/>
          </p:cNvSpPr>
          <p:nvPr>
            <p:ph type="body"/>
          </p:nvPr>
        </p:nvSpPr>
        <p:spPr>
          <a:xfrm>
            <a:off x="457200" y="1600200"/>
            <a:ext cx="4037760" cy="4525200"/>
          </a:xfrm>
          <a:prstGeom prst="rect">
            <a:avLst/>
          </a:prstGeom>
          <a:noFill/>
          <a:ln w="0">
            <a:noFill/>
          </a:ln>
        </p:spPr>
        <p:txBody>
          <a:bodyPr lIns="91440" tIns="45720" rIns="91440" bIns="45720" anchor="t">
            <a:noAutofit/>
          </a:bodyPr>
          <a:p>
            <a:pPr marL="342900" indent="-34290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IN" sz="2800" b="0" u="none" strike="noStrike">
              <a:solidFill>
                <a:srgbClr val="000000"/>
              </a:solidFill>
              <a:effectLst/>
              <a:uFillTx/>
              <a:latin typeface="Arial" panose="020B0604020202020204"/>
            </a:endParaRPr>
          </a:p>
          <a:p>
            <a:pPr marL="742950" lvl="1" indent="-28575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IN" sz="2400" b="0" u="none" strike="noStrike">
              <a:solidFill>
                <a:srgbClr val="000000"/>
              </a:solidFill>
              <a:effectLst/>
              <a:uFillTx/>
              <a:latin typeface="Arial" panose="020B0604020202020204"/>
            </a:endParaRPr>
          </a:p>
          <a:p>
            <a:pPr marL="1143000" lvl="2"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IN" sz="2000" b="0" u="none" strike="noStrike">
              <a:solidFill>
                <a:srgbClr val="000000"/>
              </a:solidFill>
              <a:effectLst/>
              <a:uFillTx/>
              <a:latin typeface="Arial" panose="020B0604020202020204"/>
            </a:endParaRPr>
          </a:p>
          <a:p>
            <a:pPr marL="1600200" lvl="3"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IN" sz="1800" b="0" u="none" strike="noStrike">
              <a:solidFill>
                <a:srgbClr val="000000"/>
              </a:solidFill>
              <a:effectLst/>
              <a:uFillTx/>
              <a:latin typeface="Arial" panose="020B0604020202020204"/>
            </a:endParaRPr>
          </a:p>
          <a:p>
            <a:pPr marL="2057400" lvl="4"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IN" sz="1800" b="0" u="none" strike="noStrike">
              <a:solidFill>
                <a:srgbClr val="000000"/>
              </a:solidFill>
              <a:effectLst/>
              <a:uFillTx/>
              <a:latin typeface="Arial" panose="020B0604020202020204"/>
            </a:endParaRPr>
          </a:p>
        </p:txBody>
      </p:sp>
      <p:sp>
        <p:nvSpPr>
          <p:cNvPr id="45" name="PlaceHolder 3"/>
          <p:cNvSpPr>
            <a:spLocks noGrp="1"/>
          </p:cNvSpPr>
          <p:nvPr>
            <p:ph type="body"/>
          </p:nvPr>
        </p:nvSpPr>
        <p:spPr>
          <a:xfrm>
            <a:off x="4648320" y="1600200"/>
            <a:ext cx="4037760" cy="4525200"/>
          </a:xfrm>
          <a:prstGeom prst="rect">
            <a:avLst/>
          </a:prstGeom>
          <a:noFill/>
          <a:ln w="0">
            <a:noFill/>
          </a:ln>
        </p:spPr>
        <p:txBody>
          <a:bodyPr lIns="91440" tIns="45720" rIns="91440" bIns="45720" anchor="t">
            <a:noAutofit/>
          </a:bodyPr>
          <a:p>
            <a:pPr marL="342900" indent="-342900" defTabSz="914400">
              <a:lnSpc>
                <a:spcPct val="100000"/>
              </a:lnSpc>
              <a:spcBef>
                <a:spcPts val="56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IN" sz="2800" b="0" u="none" strike="noStrike">
              <a:solidFill>
                <a:srgbClr val="000000"/>
              </a:solidFill>
              <a:effectLst/>
              <a:uFillTx/>
              <a:latin typeface="Arial" panose="020B0604020202020204"/>
            </a:endParaRPr>
          </a:p>
          <a:p>
            <a:pPr marL="742950" lvl="1" indent="-28575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IN" sz="2400" b="0" u="none" strike="noStrike">
              <a:solidFill>
                <a:srgbClr val="000000"/>
              </a:solidFill>
              <a:effectLst/>
              <a:uFillTx/>
              <a:latin typeface="Arial" panose="020B0604020202020204"/>
            </a:endParaRPr>
          </a:p>
          <a:p>
            <a:pPr marL="1143000" lvl="2" indent="-22860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IN" sz="2000" b="0" u="none" strike="noStrike">
              <a:solidFill>
                <a:srgbClr val="000000"/>
              </a:solidFill>
              <a:effectLst/>
              <a:uFillTx/>
              <a:latin typeface="Arial" panose="020B0604020202020204"/>
            </a:endParaRPr>
          </a:p>
          <a:p>
            <a:pPr marL="1600200" lvl="3"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IN" sz="1800" b="0" u="none" strike="noStrike">
              <a:solidFill>
                <a:srgbClr val="000000"/>
              </a:solidFill>
              <a:effectLst/>
              <a:uFillTx/>
              <a:latin typeface="Arial" panose="020B0604020202020204"/>
            </a:endParaRPr>
          </a:p>
          <a:p>
            <a:pPr marL="2057400" lvl="4"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IN" sz="1800" b="0" u="none" strike="noStrike">
              <a:solidFill>
                <a:srgbClr val="000000"/>
              </a:solidFill>
              <a:effectLst/>
              <a:uFillTx/>
              <a:latin typeface="Arial" panose="020B0604020202020204"/>
            </a:endParaRPr>
          </a:p>
        </p:txBody>
      </p:sp>
      <p:sp>
        <p:nvSpPr>
          <p:cNvPr id="46" name="PlaceHolder 4"/>
          <p:cNvSpPr>
            <a:spLocks noGrp="1"/>
          </p:cNvSpPr>
          <p:nvPr>
            <p:ph type="dt" idx="25"/>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47" name="PlaceHolder 5"/>
          <p:cNvSpPr>
            <a:spLocks noGrp="1"/>
          </p:cNvSpPr>
          <p:nvPr>
            <p:ph type="ftr" idx="26"/>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48" name="PlaceHolder 6"/>
          <p:cNvSpPr>
            <a:spLocks noGrp="1"/>
          </p:cNvSpPr>
          <p:nvPr>
            <p:ph type="sldNum" idx="27"/>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DAD2323A-4EE3-4A6A-9DDB-5940E91FF96C}"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FFFFFF"/>
        </a:solidFill>
        <a:effectLst/>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50" name="PlaceHolder 2"/>
          <p:cNvSpPr>
            <a:spLocks noGrp="1"/>
          </p:cNvSpPr>
          <p:nvPr>
            <p:ph type="body"/>
          </p:nvPr>
        </p:nvSpPr>
        <p:spPr>
          <a:xfrm>
            <a:off x="457200" y="1535040"/>
            <a:ext cx="4039560" cy="639000"/>
          </a:xfrm>
          <a:prstGeom prst="rect">
            <a:avLst/>
          </a:prstGeom>
          <a:noFill/>
          <a:ln w="0">
            <a:noFill/>
          </a:ln>
        </p:spPr>
        <p:txBody>
          <a:bodyPr lIns="91440" tIns="45720" rIns="91440" bIns="45720" anchor="b">
            <a:noAutofit/>
          </a:bodyPr>
          <a:p>
            <a:pPr indent="0" defTabSz="914400">
              <a:lnSpc>
                <a:spcPct val="100000"/>
              </a:lnSpc>
              <a:spcBef>
                <a:spcPts val="480"/>
              </a:spcBef>
              <a:buNone/>
              <a:tabLst>
                <a:tab pos="0" algn="l"/>
              </a:tabLst>
            </a:pPr>
            <a:r>
              <a:rPr lang="en-US" sz="2400" b="1" u="none" strike="noStrike">
                <a:solidFill>
                  <a:schemeClr val="dk1"/>
                </a:solidFill>
                <a:effectLst/>
                <a:uFillTx/>
                <a:latin typeface="Calibri" panose="020F0502020204030204"/>
              </a:rPr>
              <a:t>Click to edit Master text styles</a:t>
            </a:r>
            <a:endParaRPr lang="en-IN" sz="2400" b="0" u="none" strike="noStrike">
              <a:solidFill>
                <a:srgbClr val="000000"/>
              </a:solidFill>
              <a:effectLst/>
              <a:uFillTx/>
              <a:latin typeface="Arial" panose="020B0604020202020204"/>
            </a:endParaRPr>
          </a:p>
        </p:txBody>
      </p:sp>
      <p:sp>
        <p:nvSpPr>
          <p:cNvPr id="51" name="PlaceHolder 3"/>
          <p:cNvSpPr>
            <a:spLocks noGrp="1"/>
          </p:cNvSpPr>
          <p:nvPr>
            <p:ph type="body"/>
          </p:nvPr>
        </p:nvSpPr>
        <p:spPr>
          <a:xfrm>
            <a:off x="457200" y="2174760"/>
            <a:ext cx="4039560" cy="3950640"/>
          </a:xfrm>
          <a:prstGeom prst="rect">
            <a:avLst/>
          </a:prstGeom>
          <a:noFill/>
          <a:ln w="0">
            <a:noFill/>
          </a:ln>
        </p:spPr>
        <p:txBody>
          <a:bodyPr lIns="91440" tIns="45720" rIns="91440" bIns="45720" anchor="t">
            <a:noAutofit/>
          </a:bodyPr>
          <a:p>
            <a:pPr marL="342900" indent="-3429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Click to edit Master text styles</a:t>
            </a:r>
            <a:endParaRPr lang="en-IN" sz="2400" b="0" u="none" strike="noStrike">
              <a:solidFill>
                <a:srgbClr val="000000"/>
              </a:solidFill>
              <a:effectLst/>
              <a:uFillTx/>
              <a:latin typeface="Arial" panose="020B0604020202020204"/>
            </a:endParaRPr>
          </a:p>
          <a:p>
            <a:pPr marL="742950" lvl="1" indent="-28575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Second level</a:t>
            </a:r>
            <a:endParaRPr lang="en-IN" sz="2000" b="0" u="none" strike="noStrike">
              <a:solidFill>
                <a:srgbClr val="000000"/>
              </a:solidFill>
              <a:effectLst/>
              <a:uFillTx/>
              <a:latin typeface="Arial" panose="020B0604020202020204"/>
            </a:endParaRPr>
          </a:p>
          <a:p>
            <a:pPr marL="1143000" lvl="2"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Third level</a:t>
            </a:r>
            <a:endParaRPr lang="en-IN" sz="1800" b="0" u="none" strike="noStrike">
              <a:solidFill>
                <a:srgbClr val="000000"/>
              </a:solidFill>
              <a:effectLst/>
              <a:uFillTx/>
              <a:latin typeface="Arial" panose="020B0604020202020204"/>
            </a:endParaRPr>
          </a:p>
          <a:p>
            <a:pPr marL="1600200" lvl="3"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Fourth level</a:t>
            </a:r>
            <a:endParaRPr lang="en-IN" sz="1600" b="0" u="none" strike="noStrike">
              <a:solidFill>
                <a:srgbClr val="000000"/>
              </a:solidFill>
              <a:effectLst/>
              <a:uFillTx/>
              <a:latin typeface="Arial" panose="020B0604020202020204"/>
            </a:endParaRPr>
          </a:p>
          <a:p>
            <a:pPr marL="2057400" lvl="4"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Fifth level</a:t>
            </a:r>
            <a:endParaRPr lang="en-IN" sz="1600" b="0" u="none" strike="noStrike">
              <a:solidFill>
                <a:srgbClr val="000000"/>
              </a:solidFill>
              <a:effectLst/>
              <a:uFillTx/>
              <a:latin typeface="Arial" panose="020B0604020202020204"/>
            </a:endParaRPr>
          </a:p>
        </p:txBody>
      </p:sp>
      <p:sp>
        <p:nvSpPr>
          <p:cNvPr id="52" name="PlaceHolder 4"/>
          <p:cNvSpPr>
            <a:spLocks noGrp="1"/>
          </p:cNvSpPr>
          <p:nvPr>
            <p:ph type="body"/>
          </p:nvPr>
        </p:nvSpPr>
        <p:spPr>
          <a:xfrm>
            <a:off x="4645080" y="1535040"/>
            <a:ext cx="4041000" cy="639000"/>
          </a:xfrm>
          <a:prstGeom prst="rect">
            <a:avLst/>
          </a:prstGeom>
          <a:noFill/>
          <a:ln w="0">
            <a:noFill/>
          </a:ln>
        </p:spPr>
        <p:txBody>
          <a:bodyPr lIns="91440" tIns="45720" rIns="91440" bIns="45720" anchor="b">
            <a:noAutofit/>
          </a:bodyPr>
          <a:p>
            <a:pPr indent="0" defTabSz="914400">
              <a:lnSpc>
                <a:spcPct val="100000"/>
              </a:lnSpc>
              <a:spcBef>
                <a:spcPts val="480"/>
              </a:spcBef>
              <a:buNone/>
              <a:tabLst>
                <a:tab pos="0" algn="l"/>
              </a:tabLst>
            </a:pPr>
            <a:r>
              <a:rPr lang="en-US" sz="2400" b="1" u="none" strike="noStrike">
                <a:solidFill>
                  <a:schemeClr val="dk1"/>
                </a:solidFill>
                <a:effectLst/>
                <a:uFillTx/>
                <a:latin typeface="Calibri" panose="020F0502020204030204"/>
              </a:rPr>
              <a:t>Click to edit Master text styles</a:t>
            </a:r>
            <a:endParaRPr lang="en-IN" sz="2400" b="0" u="none" strike="noStrike">
              <a:solidFill>
                <a:srgbClr val="000000"/>
              </a:solidFill>
              <a:effectLst/>
              <a:uFillTx/>
              <a:latin typeface="Arial" panose="020B0604020202020204"/>
            </a:endParaRPr>
          </a:p>
        </p:txBody>
      </p:sp>
      <p:sp>
        <p:nvSpPr>
          <p:cNvPr id="53" name="PlaceHolder 5"/>
          <p:cNvSpPr>
            <a:spLocks noGrp="1"/>
          </p:cNvSpPr>
          <p:nvPr>
            <p:ph type="body"/>
          </p:nvPr>
        </p:nvSpPr>
        <p:spPr>
          <a:xfrm>
            <a:off x="4645080" y="2174760"/>
            <a:ext cx="4041000" cy="3950640"/>
          </a:xfrm>
          <a:prstGeom prst="rect">
            <a:avLst/>
          </a:prstGeom>
          <a:noFill/>
          <a:ln w="0">
            <a:noFill/>
          </a:ln>
        </p:spPr>
        <p:txBody>
          <a:bodyPr lIns="91440" tIns="45720" rIns="91440" bIns="45720" anchor="t">
            <a:noAutofit/>
          </a:bodyPr>
          <a:p>
            <a:pPr marL="342900" indent="-342900" defTabSz="914400">
              <a:lnSpc>
                <a:spcPct val="100000"/>
              </a:lnSpc>
              <a:spcBef>
                <a:spcPts val="480"/>
              </a:spcBef>
              <a:buClr>
                <a:srgbClr val="000000"/>
              </a:buClr>
              <a:buFont typeface="Arial" panose="020B0604020202020204"/>
              <a:buChar char="•"/>
            </a:pPr>
            <a:r>
              <a:rPr lang="en-US" sz="2400" b="0" u="none" strike="noStrike">
                <a:solidFill>
                  <a:schemeClr val="dk1"/>
                </a:solidFill>
                <a:effectLst/>
                <a:uFillTx/>
                <a:latin typeface="Calibri" panose="020F0502020204030204"/>
              </a:rPr>
              <a:t>Click to edit Master text styles</a:t>
            </a:r>
            <a:endParaRPr lang="en-IN" sz="2400" b="0" u="none" strike="noStrike">
              <a:solidFill>
                <a:srgbClr val="000000"/>
              </a:solidFill>
              <a:effectLst/>
              <a:uFillTx/>
              <a:latin typeface="Arial" panose="020B0604020202020204"/>
            </a:endParaRPr>
          </a:p>
          <a:p>
            <a:pPr marL="742950" lvl="1" indent="-285750" defTabSz="914400">
              <a:lnSpc>
                <a:spcPct val="100000"/>
              </a:lnSpc>
              <a:spcBef>
                <a:spcPts val="400"/>
              </a:spcBef>
              <a:buClr>
                <a:srgbClr val="000000"/>
              </a:buClr>
              <a:buFont typeface="Arial" panose="020B0604020202020204"/>
              <a:buChar char="–"/>
            </a:pPr>
            <a:r>
              <a:rPr lang="en-US" sz="2000" b="0" u="none" strike="noStrike">
                <a:solidFill>
                  <a:schemeClr val="dk1"/>
                </a:solidFill>
                <a:effectLst/>
                <a:uFillTx/>
                <a:latin typeface="Calibri" panose="020F0502020204030204"/>
              </a:rPr>
              <a:t>Second level</a:t>
            </a:r>
            <a:endParaRPr lang="en-IN" sz="2000" b="0" u="none" strike="noStrike">
              <a:solidFill>
                <a:srgbClr val="000000"/>
              </a:solidFill>
              <a:effectLst/>
              <a:uFillTx/>
              <a:latin typeface="Arial" panose="020B0604020202020204"/>
            </a:endParaRPr>
          </a:p>
          <a:p>
            <a:pPr marL="1143000" lvl="2" indent="-228600" defTabSz="914400">
              <a:lnSpc>
                <a:spcPct val="100000"/>
              </a:lnSpc>
              <a:spcBef>
                <a:spcPts val="360"/>
              </a:spcBef>
              <a:buClr>
                <a:srgbClr val="000000"/>
              </a:buClr>
              <a:buFont typeface="Arial" panose="020B0604020202020204"/>
              <a:buChar char="•"/>
            </a:pPr>
            <a:r>
              <a:rPr lang="en-US" sz="1800" b="0" u="none" strike="noStrike">
                <a:solidFill>
                  <a:schemeClr val="dk1"/>
                </a:solidFill>
                <a:effectLst/>
                <a:uFillTx/>
                <a:latin typeface="Calibri" panose="020F0502020204030204"/>
              </a:rPr>
              <a:t>Third level</a:t>
            </a:r>
            <a:endParaRPr lang="en-IN" sz="1800" b="0" u="none" strike="noStrike">
              <a:solidFill>
                <a:srgbClr val="000000"/>
              </a:solidFill>
              <a:effectLst/>
              <a:uFillTx/>
              <a:latin typeface="Arial" panose="020B0604020202020204"/>
            </a:endParaRPr>
          </a:p>
          <a:p>
            <a:pPr marL="1600200" lvl="3"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Fourth level</a:t>
            </a:r>
            <a:endParaRPr lang="en-IN" sz="1600" b="0" u="none" strike="noStrike">
              <a:solidFill>
                <a:srgbClr val="000000"/>
              </a:solidFill>
              <a:effectLst/>
              <a:uFillTx/>
              <a:latin typeface="Arial" panose="020B0604020202020204"/>
            </a:endParaRPr>
          </a:p>
          <a:p>
            <a:pPr marL="2057400" lvl="4" indent="-228600" defTabSz="914400">
              <a:lnSpc>
                <a:spcPct val="100000"/>
              </a:lnSpc>
              <a:spcBef>
                <a:spcPts val="320"/>
              </a:spcBef>
              <a:buClr>
                <a:srgbClr val="000000"/>
              </a:buClr>
              <a:buFont typeface="Arial" panose="020B0604020202020204"/>
              <a:buChar char="»"/>
            </a:pPr>
            <a:r>
              <a:rPr lang="en-US" sz="1600" b="0" u="none" strike="noStrike">
                <a:solidFill>
                  <a:schemeClr val="dk1"/>
                </a:solidFill>
                <a:effectLst/>
                <a:uFillTx/>
                <a:latin typeface="Calibri" panose="020F0502020204030204"/>
              </a:rPr>
              <a:t>Fifth level</a:t>
            </a:r>
            <a:endParaRPr lang="en-IN" sz="1600" b="0" u="none" strike="noStrike">
              <a:solidFill>
                <a:srgbClr val="000000"/>
              </a:solidFill>
              <a:effectLst/>
              <a:uFillTx/>
              <a:latin typeface="Arial" panose="020B0604020202020204"/>
            </a:endParaRPr>
          </a:p>
        </p:txBody>
      </p:sp>
      <p:sp>
        <p:nvSpPr>
          <p:cNvPr id="54" name="PlaceHolder 6"/>
          <p:cNvSpPr>
            <a:spLocks noGrp="1"/>
          </p:cNvSpPr>
          <p:nvPr>
            <p:ph type="dt" idx="28"/>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55" name="PlaceHolder 7"/>
          <p:cNvSpPr>
            <a:spLocks noGrp="1"/>
          </p:cNvSpPr>
          <p:nvPr>
            <p:ph type="ftr" idx="29"/>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56" name="PlaceHolder 8"/>
          <p:cNvSpPr>
            <a:spLocks noGrp="1"/>
          </p:cNvSpPr>
          <p:nvPr>
            <p:ph type="sldNum" idx="30"/>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B2B3C555-6E1C-4971-9CF5-03788F0A514F}"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4680"/>
            <a:ext cx="8228880" cy="1142280"/>
          </a:xfrm>
          <a:prstGeom prst="rect">
            <a:avLst/>
          </a:prstGeom>
          <a:noFill/>
          <a:ln w="0">
            <a:noFill/>
          </a:ln>
        </p:spPr>
        <p:txBody>
          <a:bodyPr lIns="91440" tIns="45720" rIns="91440" bIns="45720" anchor="ctr">
            <a:noAutofit/>
          </a:bodyPr>
          <a:p>
            <a:pPr indent="0" algn="ctr" defTabSz="914400">
              <a:lnSpc>
                <a:spcPct val="100000"/>
              </a:lnSpc>
              <a:buNone/>
              <a:tabLst>
                <a:tab pos="0" algn="l"/>
              </a:tabLst>
            </a:pPr>
            <a:r>
              <a:rPr lang="en-US" sz="4400" b="0" u="none" strike="noStrike">
                <a:solidFill>
                  <a:schemeClr val="dk1"/>
                </a:solidFill>
                <a:effectLst/>
                <a:uFillTx/>
                <a:latin typeface="Calibri" panose="020F0502020204030204"/>
              </a:rPr>
              <a:t>Click to edit Master title style</a:t>
            </a:r>
            <a:endParaRPr lang="en-IN" sz="4400" b="0" u="none" strike="noStrike">
              <a:solidFill>
                <a:srgbClr val="000000"/>
              </a:solidFill>
              <a:effectLst/>
              <a:uFillTx/>
              <a:latin typeface="Arial" panose="020B0604020202020204"/>
            </a:endParaRPr>
          </a:p>
        </p:txBody>
      </p:sp>
      <p:sp>
        <p:nvSpPr>
          <p:cNvPr id="58" name="PlaceHolder 2"/>
          <p:cNvSpPr>
            <a:spLocks noGrp="1"/>
          </p:cNvSpPr>
          <p:nvPr>
            <p:ph type="dt" idx="31"/>
          </p:nvPr>
        </p:nvSpPr>
        <p:spPr>
          <a:xfrm>
            <a:off x="457200" y="6356520"/>
            <a:ext cx="2133000" cy="364320"/>
          </a:xfrm>
          <a:prstGeom prst="rect">
            <a:avLst/>
          </a:prstGeom>
          <a:noFill/>
          <a:ln w="0">
            <a:noFill/>
          </a:ln>
        </p:spPr>
        <p:txBody>
          <a:bodyPr lIns="91440" tIns="45720" rIns="91440" bIns="45720" anchor="ctr">
            <a:noAutofit/>
          </a:bodyPr>
          <a:lstStyle>
            <a:lvl1pPr indent="0"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defTabSz="914400">
              <a:lnSpc>
                <a:spcPct val="100000"/>
              </a:lnSpc>
              <a:buNone/>
              <a:tabLst>
                <a:tab pos="0" algn="l"/>
              </a:tabLst>
            </a:pPr>
            <a:r>
              <a:rPr lang="en-US" sz="1200" b="0" u="none" strike="noStrike">
                <a:solidFill>
                  <a:schemeClr val="dk1">
                    <a:tint val="75000"/>
                  </a:schemeClr>
                </a:solidFill>
                <a:effectLst/>
                <a:uFillTx/>
                <a:latin typeface="Calibri" panose="020F0502020204030204"/>
              </a:rPr>
              <a:t>&lt;date/time&gt;</a:t>
            </a:r>
            <a:endParaRPr lang="en-IN" sz="1200" b="0" u="none" strike="noStrike">
              <a:solidFill>
                <a:srgbClr val="000000"/>
              </a:solidFill>
              <a:effectLst/>
              <a:uFillTx/>
              <a:latin typeface="Times New Roman" panose="02020603050405020304"/>
            </a:endParaRPr>
          </a:p>
        </p:txBody>
      </p:sp>
      <p:sp>
        <p:nvSpPr>
          <p:cNvPr id="59" name="PlaceHolder 3"/>
          <p:cNvSpPr>
            <a:spLocks noGrp="1"/>
          </p:cNvSpPr>
          <p:nvPr>
            <p:ph type="ftr" idx="32"/>
          </p:nvPr>
        </p:nvSpPr>
        <p:spPr>
          <a:xfrm>
            <a:off x="3124080" y="6356520"/>
            <a:ext cx="2894760" cy="36432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IN" sz="1400" b="0" u="none" strike="noStrike">
                <a:solidFill>
                  <a:srgbClr val="000000"/>
                </a:solidFill>
                <a:effectLst/>
                <a:uFillTx/>
                <a:latin typeface="Times New Roman" panose="02020603050405020304"/>
              </a:defRPr>
            </a:lvl1pPr>
          </a:lstStyle>
          <a:p>
            <a:pPr indent="0" algn="ctr">
              <a:lnSpc>
                <a:spcPct val="100000"/>
              </a:lnSpc>
              <a:buNone/>
              <a:tabLst>
                <a:tab pos="0" algn="l"/>
              </a:tabLst>
            </a:pPr>
            <a:r>
              <a:rPr lang="en-IN" sz="1400" b="0" u="none" strike="noStrike">
                <a:solidFill>
                  <a:srgbClr val="000000"/>
                </a:solidFill>
                <a:effectLst/>
                <a:uFillTx/>
                <a:latin typeface="Times New Roman" panose="02020603050405020304"/>
              </a:rPr>
              <a:t>&lt;footer&gt;</a:t>
            </a:r>
            <a:endParaRPr lang="en-IN" sz="1400" b="0" u="none" strike="noStrike">
              <a:solidFill>
                <a:srgbClr val="000000"/>
              </a:solidFill>
              <a:effectLst/>
              <a:uFillTx/>
              <a:latin typeface="Times New Roman" panose="02020603050405020304"/>
            </a:endParaRPr>
          </a:p>
        </p:txBody>
      </p:sp>
      <p:sp>
        <p:nvSpPr>
          <p:cNvPr id="60" name="PlaceHolder 4"/>
          <p:cNvSpPr>
            <a:spLocks noGrp="1"/>
          </p:cNvSpPr>
          <p:nvPr>
            <p:ph type="sldNum" idx="33"/>
          </p:nvPr>
        </p:nvSpPr>
        <p:spPr>
          <a:xfrm>
            <a:off x="6553080" y="6356520"/>
            <a:ext cx="2133000" cy="36432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US" sz="1200" b="0" u="none" strike="noStrike">
                <a:solidFill>
                  <a:schemeClr val="dk1">
                    <a:tint val="75000"/>
                  </a:schemeClr>
                </a:solidFill>
                <a:effectLst/>
                <a:uFillTx/>
                <a:latin typeface="Calibri" panose="020F0502020204030204"/>
              </a:defRPr>
            </a:lvl1pPr>
          </a:lstStyle>
          <a:p>
            <a:pPr indent="0" algn="r" defTabSz="914400">
              <a:lnSpc>
                <a:spcPct val="100000"/>
              </a:lnSpc>
              <a:buNone/>
              <a:tabLst>
                <a:tab pos="0" algn="l"/>
              </a:tabLst>
            </a:pPr>
            <a:fld id="{CE1F4D82-D890-4B30-83E3-4DD591DEBCC2}" type="slidenum">
              <a:rPr lang="en-US" sz="1200" b="0" u="none" strike="noStrike">
                <a:solidFill>
                  <a:schemeClr val="dk1">
                    <a:tint val="75000"/>
                  </a:schemeClr>
                </a:solidFill>
                <a:effectLst/>
                <a:uFillTx/>
                <a:latin typeface="Calibri" panose="020F0502020204030204"/>
              </a:rPr>
            </a:fld>
            <a:endParaRPr lang="en-IN"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044000" y="589448"/>
            <a:ext cx="16200000" cy="1058400"/>
          </a:xfrm>
        </p:spPr>
        <p:txBody>
          <a:bodyPr wrap="square" lIns="0" tIns="0" rIns="0" bIns="0">
            <a:normAutofit/>
          </a:bodyPr>
          <a:lstStyle>
            <a:lvl1pPr algn="ctr" fontAlgn="base">
              <a:defRPr sz="4800">
                <a:solidFill>
                  <a:schemeClr val="tx1"/>
                </a:solidFill>
              </a:defRPr>
            </a:lvl1pPr>
          </a:lstStyle>
          <a:p>
            <a:r>
              <a:rPr lang="en-US"/>
              <a:t>Click to add title</a:t>
            </a:r>
            <a:endParaRPr lang="en-US"/>
          </a:p>
        </p:txBody>
      </p:sp>
      <p:sp>
        <p:nvSpPr>
          <p:cNvPr id="3" name="日期占位符 2"/>
          <p:cNvSpPr>
            <a:spLocks noGrp="1"/>
          </p:cNvSpPr>
          <p:nvPr>
            <p:ph type="dt" sz="half" idx="10"/>
            <p:custDataLst>
              <p:tags r:id="rId3"/>
            </p:custDataLst>
          </p:nvPr>
        </p:nvSpPr>
        <p:spPr>
          <a:xfrm>
            <a:off x="918000" y="9471600"/>
            <a:ext cx="4050000" cy="475200"/>
          </a:xfrm>
        </p:spPr>
        <p:txBody>
          <a:bodyPr wrap="square">
            <a:normAutofit/>
          </a:bodyPr>
          <a:lstStyle/>
          <a:p>
            <a:r>
              <a:rPr lang="en-US"/>
              <a:t>Date Area</a:t>
            </a:r>
            <a:endParaRPr lang="en-US"/>
          </a:p>
        </p:txBody>
      </p:sp>
      <p:sp>
        <p:nvSpPr>
          <p:cNvPr id="4" name="页脚占位符 3"/>
          <p:cNvSpPr>
            <a:spLocks noGrp="1"/>
          </p:cNvSpPr>
          <p:nvPr>
            <p:ph type="ftr" sz="quarter" idx="11"/>
            <p:custDataLst>
              <p:tags r:id="rId4"/>
            </p:custDataLst>
          </p:nvPr>
        </p:nvSpPr>
        <p:spPr>
          <a:xfrm>
            <a:off x="6174000" y="9471600"/>
            <a:ext cx="5940000" cy="475200"/>
          </a:xfrm>
        </p:spPr>
        <p:txBody>
          <a:bodyPr/>
          <a:lstStyle/>
          <a:p>
            <a:endParaRPr lang="en-US" dirty="0"/>
          </a:p>
        </p:txBody>
      </p:sp>
      <p:sp>
        <p:nvSpPr>
          <p:cNvPr id="5" name="灯片编号占位符 4"/>
          <p:cNvSpPr>
            <a:spLocks noGrp="1"/>
          </p:cNvSpPr>
          <p:nvPr>
            <p:ph type="sldNum" sz="quarter" idx="12"/>
            <p:custDataLst>
              <p:tags r:id="rId5"/>
            </p:custDataLst>
          </p:nvPr>
        </p:nvSpPr>
        <p:spPr>
          <a:xfrm>
            <a:off x="13316400" y="9471600"/>
            <a:ext cx="4050000" cy="475200"/>
          </a:xfrm>
        </p:spPr>
        <p:txBody>
          <a:bodyPr wrap="square">
            <a:normAutofit/>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7.sv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9.svg"/><Relationship Id="rId4" Type="http://schemas.openxmlformats.org/officeDocument/2006/relationships/image" Target="../media/image8.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2.png"/><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11.svg"/><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9.svg"/><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2"/>
          <p:cNvGrpSpPr/>
          <p:nvPr/>
        </p:nvGrpSpPr>
        <p:grpSpPr>
          <a:xfrm>
            <a:off x="7025760" y="3265920"/>
            <a:ext cx="4235400" cy="3754440"/>
            <a:chOff x="7025760" y="3265920"/>
            <a:chExt cx="4235400" cy="3754440"/>
          </a:xfrm>
        </p:grpSpPr>
        <p:sp>
          <p:nvSpPr>
            <p:cNvPr id="62" name="Freeform 3"/>
            <p:cNvSpPr/>
            <p:nvPr/>
          </p:nvSpPr>
          <p:spPr>
            <a:xfrm>
              <a:off x="7025760" y="3265920"/>
              <a:ext cx="4235400" cy="3754440"/>
            </a:xfrm>
            <a:custGeom>
              <a:avLst/>
              <a:gdLst>
                <a:gd name="textAreaLeft" fmla="*/ 0 w 4235400"/>
                <a:gd name="textAreaRight" fmla="*/ 4236120 w 4235400"/>
                <a:gd name="textAreaTop" fmla="*/ 0 h 3754440"/>
                <a:gd name="textAreaBottom" fmla="*/ 3755160 h 3754440"/>
              </a:gdLst>
              <a:ahLst/>
              <a:cxnLst/>
              <a:rect l="textAreaLeft" t="textAreaTop" r="textAreaRight" b="textAreaBottom"/>
              <a:pathLst>
                <a:path w="4016502" h="3560445">
                  <a:moveTo>
                    <a:pt x="0" y="0"/>
                  </a:moveTo>
                  <a:lnTo>
                    <a:pt x="4016502" y="0"/>
                  </a:lnTo>
                  <a:lnTo>
                    <a:pt x="4016502" y="3560445"/>
                  </a:lnTo>
                  <a:lnTo>
                    <a:pt x="0" y="3560445"/>
                  </a:lnTo>
                  <a:lnTo>
                    <a:pt x="0" y="0"/>
                  </a:lnTo>
                  <a:close/>
                </a:path>
              </a:pathLst>
            </a:custGeom>
            <a:blipFill rotWithShape="0">
              <a:blip r:embed="rId1">
                <a:alphaModFix amt="12000"/>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63" name="Freeform 4"/>
          <p:cNvSpPr/>
          <p:nvPr/>
        </p:nvSpPr>
        <p:spPr>
          <a:xfrm>
            <a:off x="14191200" y="-70200"/>
            <a:ext cx="1810080" cy="2067480"/>
          </a:xfrm>
          <a:custGeom>
            <a:avLst/>
            <a:gdLst>
              <a:gd name="textAreaLeft" fmla="*/ 0 w 1810080"/>
              <a:gd name="textAreaRight" fmla="*/ 1810800 w 1810080"/>
              <a:gd name="textAreaTop" fmla="*/ 0 h 2067480"/>
              <a:gd name="textAreaBottom" fmla="*/ 2068200 h 2067480"/>
            </a:gdLst>
            <a:ahLst/>
            <a:cxnLst/>
            <a:rect l="textAreaLeft" t="textAreaTop" r="textAreaRight" b="textAreaBottom"/>
            <a:pathLst>
              <a:path w="1810766" h="2068343">
                <a:moveTo>
                  <a:pt x="0" y="0"/>
                </a:moveTo>
                <a:lnTo>
                  <a:pt x="1810766" y="0"/>
                </a:lnTo>
                <a:lnTo>
                  <a:pt x="1810766" y="2068343"/>
                </a:lnTo>
                <a:lnTo>
                  <a:pt x="0" y="2068343"/>
                </a:lnTo>
                <a:lnTo>
                  <a:pt x="0" y="0"/>
                </a:lnTo>
                <a:close/>
              </a:path>
            </a:pathLst>
          </a:custGeom>
          <a:blipFill rotWithShape="0">
            <a:blip r:embed="rId2">
              <a:extLst>
                <a:ext uri="{96DAC541-7B7A-43D3-8B79-37D633B846F1}">
                  <asvg:svgBlip xmlns:asvg="http://schemas.microsoft.com/office/drawing/2016/SVG/main" r:embed="rId3"/>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nvGrpSpPr>
          <p:cNvPr id="64" name="Group 5"/>
          <p:cNvGrpSpPr/>
          <p:nvPr/>
        </p:nvGrpSpPr>
        <p:grpSpPr>
          <a:xfrm>
            <a:off x="14419080" y="215640"/>
            <a:ext cx="1296360" cy="1283400"/>
            <a:chOff x="14419080" y="215640"/>
            <a:chExt cx="1296360" cy="1283400"/>
          </a:xfrm>
        </p:grpSpPr>
        <p:sp>
          <p:nvSpPr>
            <p:cNvPr id="65" name="Freeform 6"/>
            <p:cNvSpPr/>
            <p:nvPr/>
          </p:nvSpPr>
          <p:spPr>
            <a:xfrm>
              <a:off x="14419080" y="215640"/>
              <a:ext cx="1296360" cy="1283400"/>
            </a:xfrm>
            <a:custGeom>
              <a:avLst/>
              <a:gdLst>
                <a:gd name="textAreaLeft" fmla="*/ 0 w 1296360"/>
                <a:gd name="textAreaRight" fmla="*/ 1297080 w 1296360"/>
                <a:gd name="textAreaTop" fmla="*/ 0 h 1283400"/>
                <a:gd name="textAreaBottom" fmla="*/ 1284120 h 1283400"/>
              </a:gdLst>
              <a:ahLst/>
              <a:cxnLst/>
              <a:rect l="textAreaLeft" t="textAreaTop" r="textAreaRight" b="textAreaBottom"/>
              <a:pathLst>
                <a:path w="1229868" h="1217676">
                  <a:moveTo>
                    <a:pt x="0" y="0"/>
                  </a:moveTo>
                  <a:lnTo>
                    <a:pt x="1229868" y="0"/>
                  </a:lnTo>
                  <a:lnTo>
                    <a:pt x="1229868" y="1217676"/>
                  </a:lnTo>
                  <a:lnTo>
                    <a:pt x="0" y="1217676"/>
                  </a:lnTo>
                  <a:lnTo>
                    <a:pt x="0" y="0"/>
                  </a:lnTo>
                  <a:close/>
                </a:path>
              </a:pathLst>
            </a:custGeom>
            <a:blipFill rotWithShape="0">
              <a:blip r:embed="rId4"/>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66" name="TextBox 7"/>
          <p:cNvSpPr/>
          <p:nvPr/>
        </p:nvSpPr>
        <p:spPr>
          <a:xfrm>
            <a:off x="3035880" y="1546200"/>
            <a:ext cx="12965400" cy="8476615"/>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defTabSz="914400">
              <a:lnSpc>
                <a:spcPts val="6610"/>
              </a:lnSpc>
            </a:pPr>
            <a:r>
              <a:rPr lang="en-US" sz="4720" b="1" u="none" strike="noStrike">
                <a:solidFill>
                  <a:srgbClr val="000000"/>
                </a:solidFill>
                <a:effectLst/>
                <a:uFillTx/>
                <a:latin typeface="Canva Sans Bold"/>
                <a:ea typeface="Canva Sans Bold"/>
              </a:rPr>
              <a:t>Team Name</a:t>
            </a:r>
            <a:r>
              <a:rPr lang="en-US" sz="4720" b="0" u="none" strike="noStrike">
                <a:solidFill>
                  <a:srgbClr val="000000"/>
                </a:solidFill>
                <a:effectLst/>
                <a:uFillTx/>
                <a:latin typeface="Canva Sans" panose="020B0503030501040103"/>
                <a:ea typeface="Canva Sans" panose="020B0503030501040103"/>
              </a:rPr>
              <a:t> - PYZEN</a:t>
            </a:r>
            <a:endParaRPr lang="en-IN" sz="4720" b="0" u="none" strike="noStrike">
              <a:solidFill>
                <a:srgbClr val="000000"/>
              </a:solidFill>
              <a:effectLst/>
              <a:uFillTx/>
              <a:latin typeface="Arial" panose="020B0604020202020204"/>
            </a:endParaRPr>
          </a:p>
          <a:p>
            <a:pPr defTabSz="914400">
              <a:lnSpc>
                <a:spcPts val="6610"/>
              </a:lnSpc>
            </a:pPr>
            <a:r>
              <a:rPr lang="en-US" sz="4720" b="1" u="none" strike="noStrike">
                <a:solidFill>
                  <a:srgbClr val="000000"/>
                </a:solidFill>
                <a:effectLst/>
                <a:uFillTx/>
                <a:latin typeface="Canva Sans Bold"/>
                <a:ea typeface="Canva Sans Bold"/>
              </a:rPr>
              <a:t>Problem Statement ID </a:t>
            </a:r>
            <a:r>
              <a:rPr lang="en-US" sz="4720" b="0" u="none" strike="noStrike">
                <a:solidFill>
                  <a:srgbClr val="000000"/>
                </a:solidFill>
                <a:effectLst/>
                <a:uFillTx/>
                <a:latin typeface="Canva Sans" panose="020B0503030501040103"/>
                <a:ea typeface="Canva Sans" panose="020B0503030501040103"/>
              </a:rPr>
              <a:t>- PY057</a:t>
            </a:r>
            <a:endParaRPr lang="en-IN" sz="4720" b="0" u="none" strike="noStrike">
              <a:solidFill>
                <a:srgbClr val="000000"/>
              </a:solidFill>
              <a:effectLst/>
              <a:uFillTx/>
              <a:latin typeface="Arial" panose="020B0604020202020204"/>
            </a:endParaRPr>
          </a:p>
          <a:p>
            <a:pPr defTabSz="914400">
              <a:lnSpc>
                <a:spcPts val="6610"/>
              </a:lnSpc>
            </a:pPr>
            <a:r>
              <a:rPr lang="en-US" sz="4720" b="1" u="none" strike="noStrike">
                <a:solidFill>
                  <a:srgbClr val="000000"/>
                </a:solidFill>
                <a:effectLst/>
                <a:uFillTx/>
                <a:latin typeface="Canva Sans Bold"/>
                <a:ea typeface="Canva Sans Bold"/>
              </a:rPr>
              <a:t>Team Members</a:t>
            </a:r>
            <a:endParaRPr lang="en-IN" sz="4720" b="0" u="none" strike="noStrike">
              <a:solidFill>
                <a:srgbClr val="000000"/>
              </a:solidFill>
              <a:effectLst/>
              <a:uFillTx/>
              <a:latin typeface="Arial" panose="020B0604020202020204"/>
            </a:endParaRPr>
          </a:p>
          <a:p>
            <a:pPr defTabSz="914400">
              <a:lnSpc>
                <a:spcPts val="6610"/>
              </a:lnSpc>
            </a:pPr>
            <a:r>
              <a:rPr lang="en-US" sz="4720" b="1" u="none" strike="noStrike">
                <a:solidFill>
                  <a:srgbClr val="000000"/>
                </a:solidFill>
                <a:effectLst/>
                <a:uFillTx/>
                <a:latin typeface="Canva Sans Bold"/>
                <a:ea typeface="Canva Sans Bold"/>
              </a:rPr>
              <a:t> P. Kavya</a:t>
            </a:r>
            <a:endParaRPr lang="en-US" sz="4720" b="1" u="none" strike="noStrike">
              <a:solidFill>
                <a:srgbClr val="000000"/>
              </a:solidFill>
              <a:effectLst/>
              <a:uFillTx/>
              <a:latin typeface="Canva Sans Bold"/>
              <a:ea typeface="Canva Sans Bold"/>
            </a:endParaRPr>
          </a:p>
          <a:p>
            <a:pPr defTabSz="914400">
              <a:lnSpc>
                <a:spcPts val="6610"/>
              </a:lnSpc>
            </a:pPr>
            <a:r>
              <a:rPr lang="en-US" altLang="en-IN" sz="4720" b="0" u="none" strike="noStrike">
                <a:solidFill>
                  <a:srgbClr val="000000"/>
                </a:solidFill>
                <a:effectLst/>
                <a:uFillTx/>
                <a:latin typeface="Arial" panose="020B0604020202020204"/>
              </a:rPr>
              <a:t> </a:t>
            </a:r>
            <a:r>
              <a:rPr lang="en-US" sz="4720" b="1" u="none" strike="noStrike">
                <a:solidFill>
                  <a:srgbClr val="000000"/>
                </a:solidFill>
                <a:effectLst/>
                <a:uFillTx/>
                <a:latin typeface="Canva Sans Bold"/>
                <a:ea typeface="Canva Sans Bold"/>
              </a:rPr>
              <a:t>M. Madhumitha </a:t>
            </a:r>
            <a:endParaRPr lang="en-US" sz="4720" b="1" u="none" strike="noStrike">
              <a:solidFill>
                <a:srgbClr val="000000"/>
              </a:solidFill>
              <a:effectLst/>
              <a:uFillTx/>
              <a:latin typeface="Canva Sans Bold"/>
              <a:ea typeface="Canva Sans Bold"/>
            </a:endParaRPr>
          </a:p>
          <a:p>
            <a:pPr defTabSz="914400">
              <a:lnSpc>
                <a:spcPts val="6610"/>
              </a:lnSpc>
            </a:pPr>
            <a:r>
              <a:rPr lang="en-US" sz="4720" b="1" u="none" strike="noStrike">
                <a:solidFill>
                  <a:srgbClr val="000000"/>
                </a:solidFill>
                <a:effectLst/>
                <a:uFillTx/>
                <a:latin typeface="Canva Sans Bold"/>
                <a:ea typeface="Canva Sans Bold"/>
              </a:rPr>
              <a:t> P. Kishore </a:t>
            </a:r>
            <a:endParaRPr lang="en-US" sz="4720" b="1" u="none" strike="noStrike">
              <a:solidFill>
                <a:srgbClr val="000000"/>
              </a:solidFill>
              <a:effectLst/>
              <a:uFillTx/>
              <a:latin typeface="Canva Sans Bold"/>
              <a:ea typeface="Canva Sans Bold"/>
            </a:endParaRPr>
          </a:p>
          <a:p>
            <a:pPr defTabSz="914400">
              <a:lnSpc>
                <a:spcPts val="6610"/>
              </a:lnSpc>
            </a:pPr>
            <a:r>
              <a:rPr lang="en-US" sz="4720" b="1" u="none" strike="noStrike">
                <a:solidFill>
                  <a:srgbClr val="000000"/>
                </a:solidFill>
                <a:effectLst/>
                <a:uFillTx/>
                <a:latin typeface="Canva Sans Bold"/>
                <a:ea typeface="Canva Sans Bold"/>
              </a:rPr>
              <a:t> P.R. Gokul</a:t>
            </a:r>
            <a:endParaRPr lang="en-US" sz="4720" b="1" u="none" strike="noStrike">
              <a:solidFill>
                <a:srgbClr val="000000"/>
              </a:solidFill>
              <a:effectLst/>
              <a:uFillTx/>
              <a:latin typeface="Canva Sans Bold"/>
              <a:ea typeface="Canva Sans Bold"/>
            </a:endParaRPr>
          </a:p>
          <a:p>
            <a:pPr defTabSz="914400">
              <a:lnSpc>
                <a:spcPts val="6610"/>
              </a:lnSpc>
            </a:pPr>
            <a:r>
              <a:rPr lang="en-US" sz="4720" b="1" u="none" strike="noStrike">
                <a:solidFill>
                  <a:srgbClr val="000000"/>
                </a:solidFill>
                <a:effectLst/>
                <a:uFillTx/>
                <a:latin typeface="Canva Sans Bold"/>
                <a:ea typeface="Canva Sans Bold"/>
              </a:rPr>
              <a:t> K. Dhinesh</a:t>
            </a:r>
            <a:endParaRPr lang="en-US" sz="4720" b="1" u="none" strike="noStrike">
              <a:solidFill>
                <a:srgbClr val="000000"/>
              </a:solidFill>
              <a:effectLst/>
              <a:uFillTx/>
              <a:latin typeface="Canva Sans Bold"/>
              <a:ea typeface="Canva Sans Bold"/>
            </a:endParaRPr>
          </a:p>
          <a:p>
            <a:pPr defTabSz="914400">
              <a:lnSpc>
                <a:spcPts val="6610"/>
              </a:lnSpc>
            </a:pPr>
            <a:r>
              <a:rPr lang="en-US" sz="4720" b="1" u="none" strike="noStrike">
                <a:solidFill>
                  <a:srgbClr val="000000"/>
                </a:solidFill>
                <a:effectLst/>
                <a:uFillTx/>
                <a:latin typeface="Canva Sans Bold"/>
                <a:ea typeface="Canva Sans Bold"/>
              </a:rPr>
              <a:t> T. Nishanth</a:t>
            </a:r>
            <a:r>
              <a:rPr lang="en-US" sz="4720" b="0" u="none" strike="noStrike">
                <a:solidFill>
                  <a:srgbClr val="000000"/>
                </a:solidFill>
                <a:effectLst/>
                <a:uFillTx/>
                <a:latin typeface="Canva Sans" panose="020B0503030501040103"/>
                <a:ea typeface="Canva Sans" panose="020B0503030501040103"/>
              </a:rPr>
              <a:t> </a:t>
            </a:r>
            <a:endParaRPr lang="en-IN" sz="4720" b="0" u="none" strike="noStrike">
              <a:solidFill>
                <a:srgbClr val="000000"/>
              </a:solidFill>
              <a:effectLst/>
              <a:uFillTx/>
              <a:latin typeface="Arial" panose="020B0604020202020204"/>
            </a:endParaRPr>
          </a:p>
          <a:p>
            <a:pPr algn="ctr" defTabSz="914400">
              <a:lnSpc>
                <a:spcPts val="6610"/>
              </a:lnSpc>
            </a:pPr>
            <a:endParaRPr lang="en-IN" sz="1800" b="0" u="none" strike="noStrike">
              <a:solidFill>
                <a:srgbClr val="000000"/>
              </a:solidFill>
              <a:effectLst/>
              <a:uFillTx/>
              <a:latin typeface="Arial" panose="020B0604020202020204"/>
            </a:endParaRPr>
          </a:p>
        </p:txBody>
      </p:sp>
      <p:grpSp>
        <p:nvGrpSpPr>
          <p:cNvPr id="67" name="Group 8"/>
          <p:cNvGrpSpPr/>
          <p:nvPr/>
        </p:nvGrpSpPr>
        <p:grpSpPr>
          <a:xfrm>
            <a:off x="2286000" y="0"/>
            <a:ext cx="1499040" cy="1499040"/>
            <a:chOff x="2286000" y="0"/>
            <a:chExt cx="1499040" cy="1499040"/>
          </a:xfrm>
        </p:grpSpPr>
        <p:sp>
          <p:nvSpPr>
            <p:cNvPr id="68" name="Freeform 9"/>
            <p:cNvSpPr/>
            <p:nvPr/>
          </p:nvSpPr>
          <p:spPr>
            <a:xfrm>
              <a:off x="2286000" y="0"/>
              <a:ext cx="1499040" cy="1499040"/>
            </a:xfrm>
            <a:custGeom>
              <a:avLst/>
              <a:gdLst>
                <a:gd name="textAreaLeft" fmla="*/ 0 w 1499040"/>
                <a:gd name="textAreaRight" fmla="*/ 1499760 w 1499040"/>
                <a:gd name="textAreaTop" fmla="*/ 0 h 1499040"/>
                <a:gd name="textAreaBottom" fmla="*/ 1499760 h 1499040"/>
              </a:gdLst>
              <a:ahLst/>
              <a:cxnLst/>
              <a:rect l="textAreaLeft" t="textAreaTop" r="textAreaRight" b="textAreaBottom"/>
              <a:pathLst>
                <a:path w="1422019" h="1422019">
                  <a:moveTo>
                    <a:pt x="0" y="0"/>
                  </a:moveTo>
                  <a:lnTo>
                    <a:pt x="1422019" y="0"/>
                  </a:lnTo>
                  <a:lnTo>
                    <a:pt x="1422019" y="1422019"/>
                  </a:lnTo>
                  <a:lnTo>
                    <a:pt x="0" y="1422019"/>
                  </a:lnTo>
                  <a:lnTo>
                    <a:pt x="0" y="0"/>
                  </a:lnTo>
                  <a:close/>
                </a:path>
              </a:pathLst>
            </a:custGeom>
            <a:blipFill rotWithShape="0">
              <a:blip r:embed="rId5"/>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69" name="Freeform 10"/>
          <p:cNvSpPr/>
          <p:nvPr/>
        </p:nvSpPr>
        <p:spPr>
          <a:xfrm>
            <a:off x="830160" y="9575280"/>
            <a:ext cx="15884640" cy="711000"/>
          </a:xfrm>
          <a:custGeom>
            <a:avLst/>
            <a:gdLst>
              <a:gd name="textAreaLeft" fmla="*/ 0 w 15884640"/>
              <a:gd name="textAreaRight" fmla="*/ 15885360 w 15884640"/>
              <a:gd name="textAreaTop" fmla="*/ 0 h 711000"/>
              <a:gd name="textAreaBottom" fmla="*/ 711720 h 711000"/>
            </a:gdLst>
            <a:ahLst/>
            <a:cxnLst/>
            <a:rect l="textAreaLeft" t="textAreaTop" r="textAreaRight" b="textAreaBottom"/>
            <a:pathLst>
              <a:path w="15885392" h="711544">
                <a:moveTo>
                  <a:pt x="0" y="0"/>
                </a:moveTo>
                <a:lnTo>
                  <a:pt x="15885392" y="0"/>
                </a:lnTo>
                <a:lnTo>
                  <a:pt x="15885392" y="711544"/>
                </a:lnTo>
                <a:lnTo>
                  <a:pt x="0" y="711544"/>
                </a:lnTo>
                <a:lnTo>
                  <a:pt x="0" y="0"/>
                </a:lnTo>
                <a:close/>
              </a:path>
            </a:pathLst>
          </a:custGeom>
          <a:blipFill rotWithShape="0">
            <a:blip r:embed="rId6">
              <a:extLst>
                <a:ext uri="{96DAC541-7B7A-43D3-8B79-37D633B846F1}">
                  <asvg:svgBlip xmlns:asvg="http://schemas.microsoft.com/office/drawing/2016/SVG/main" r:embed="rId7"/>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sp>
        <p:nvSpPr>
          <p:cNvPr id="70" name="TextBox 11"/>
          <p:cNvSpPr/>
          <p:nvPr/>
        </p:nvSpPr>
        <p:spPr>
          <a:xfrm>
            <a:off x="4321440" y="147960"/>
            <a:ext cx="9333360" cy="14479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10505"/>
              </a:lnSpc>
            </a:pPr>
            <a:r>
              <a:rPr lang="en-US" sz="7510" b="0" u="none" strike="noStrike">
                <a:solidFill>
                  <a:srgbClr val="000000"/>
                </a:solidFill>
                <a:effectLst/>
                <a:uFillTx/>
                <a:latin typeface="MediaPro Heavy Condensed" panose="00000800000000000000"/>
                <a:ea typeface="MediaPro Heavy Condensed" panose="00000800000000000000"/>
              </a:rPr>
              <a:t>PY-EXPO    2026</a:t>
            </a:r>
            <a:endParaRPr lang="en-IN" sz="751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 name="Group 2"/>
          <p:cNvGrpSpPr/>
          <p:nvPr/>
        </p:nvGrpSpPr>
        <p:grpSpPr>
          <a:xfrm>
            <a:off x="2286000" y="0"/>
            <a:ext cx="1499040" cy="1499040"/>
            <a:chOff x="2286000" y="0"/>
            <a:chExt cx="1499040" cy="1499040"/>
          </a:xfrm>
        </p:grpSpPr>
        <p:sp>
          <p:nvSpPr>
            <p:cNvPr id="72" name="Freeform 3"/>
            <p:cNvSpPr/>
            <p:nvPr/>
          </p:nvSpPr>
          <p:spPr>
            <a:xfrm>
              <a:off x="2286000" y="0"/>
              <a:ext cx="1499040" cy="1499040"/>
            </a:xfrm>
            <a:custGeom>
              <a:avLst/>
              <a:gdLst>
                <a:gd name="textAreaLeft" fmla="*/ 0 w 1499040"/>
                <a:gd name="textAreaRight" fmla="*/ 1499760 w 1499040"/>
                <a:gd name="textAreaTop" fmla="*/ 0 h 1499040"/>
                <a:gd name="textAreaBottom" fmla="*/ 1499760 h 1499040"/>
              </a:gdLst>
              <a:ahLst/>
              <a:cxnLst/>
              <a:rect l="textAreaLeft" t="textAreaTop" r="textAreaRight" b="textAreaBottom"/>
              <a:pathLst>
                <a:path w="1422019" h="1422019">
                  <a:moveTo>
                    <a:pt x="0" y="0"/>
                  </a:moveTo>
                  <a:lnTo>
                    <a:pt x="1422019" y="0"/>
                  </a:lnTo>
                  <a:lnTo>
                    <a:pt x="1422019" y="1422019"/>
                  </a:lnTo>
                  <a:lnTo>
                    <a:pt x="0" y="1422019"/>
                  </a:lnTo>
                  <a:lnTo>
                    <a:pt x="0" y="0"/>
                  </a:lnTo>
                  <a:close/>
                </a:path>
              </a:pathLst>
            </a:custGeom>
            <a:blipFill rotWithShape="0">
              <a:blip r:embed="rId1"/>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73" name="Freeform 4"/>
          <p:cNvSpPr/>
          <p:nvPr/>
        </p:nvSpPr>
        <p:spPr>
          <a:xfrm>
            <a:off x="14191200" y="-188280"/>
            <a:ext cx="1810080" cy="2090880"/>
          </a:xfrm>
          <a:custGeom>
            <a:avLst/>
            <a:gdLst>
              <a:gd name="textAreaLeft" fmla="*/ 0 w 1810080"/>
              <a:gd name="textAreaRight" fmla="*/ 1810800 w 1810080"/>
              <a:gd name="textAreaTop" fmla="*/ 0 h 2090880"/>
              <a:gd name="textAreaBottom" fmla="*/ 2091600 h 2090880"/>
            </a:gdLst>
            <a:ahLst/>
            <a:cxnLst/>
            <a:rect l="textAreaLeft" t="textAreaTop" r="textAreaRight" b="textAreaBottom"/>
            <a:pathLst>
              <a:path w="1810766" h="2091757">
                <a:moveTo>
                  <a:pt x="0" y="0"/>
                </a:moveTo>
                <a:lnTo>
                  <a:pt x="1810766" y="0"/>
                </a:lnTo>
                <a:lnTo>
                  <a:pt x="1810766" y="2091757"/>
                </a:lnTo>
                <a:lnTo>
                  <a:pt x="0" y="2091757"/>
                </a:lnTo>
                <a:lnTo>
                  <a:pt x="0" y="0"/>
                </a:lnTo>
                <a:close/>
              </a:path>
            </a:pathLst>
          </a:custGeom>
          <a:blipFill rotWithShape="0">
            <a:blip r:embed="rId2">
              <a:extLst>
                <a:ext uri="{96DAC541-7B7A-43D3-8B79-37D633B846F1}">
                  <asvg:svgBlip xmlns:asvg="http://schemas.microsoft.com/office/drawing/2016/SVG/main" r:embed="rId3"/>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nvGrpSpPr>
          <p:cNvPr id="74" name="Group 5"/>
          <p:cNvGrpSpPr/>
          <p:nvPr/>
        </p:nvGrpSpPr>
        <p:grpSpPr>
          <a:xfrm>
            <a:off x="14419080" y="215640"/>
            <a:ext cx="1296360" cy="1283400"/>
            <a:chOff x="14419080" y="215640"/>
            <a:chExt cx="1296360" cy="1283400"/>
          </a:xfrm>
        </p:grpSpPr>
        <p:sp>
          <p:nvSpPr>
            <p:cNvPr id="75" name="Freeform 6"/>
            <p:cNvSpPr/>
            <p:nvPr/>
          </p:nvSpPr>
          <p:spPr>
            <a:xfrm>
              <a:off x="14419080" y="215640"/>
              <a:ext cx="1296360" cy="1283400"/>
            </a:xfrm>
            <a:custGeom>
              <a:avLst/>
              <a:gdLst>
                <a:gd name="textAreaLeft" fmla="*/ 0 w 1296360"/>
                <a:gd name="textAreaRight" fmla="*/ 1297080 w 1296360"/>
                <a:gd name="textAreaTop" fmla="*/ 0 h 1283400"/>
                <a:gd name="textAreaBottom" fmla="*/ 1284120 h 1283400"/>
              </a:gdLst>
              <a:ahLst/>
              <a:cxnLst/>
              <a:rect l="textAreaLeft" t="textAreaTop" r="textAreaRight" b="textAreaBottom"/>
              <a:pathLst>
                <a:path w="1229868" h="1217676">
                  <a:moveTo>
                    <a:pt x="0" y="0"/>
                  </a:moveTo>
                  <a:lnTo>
                    <a:pt x="1229868" y="0"/>
                  </a:lnTo>
                  <a:lnTo>
                    <a:pt x="1229868" y="1217676"/>
                  </a:lnTo>
                  <a:lnTo>
                    <a:pt x="0" y="1217676"/>
                  </a:lnTo>
                  <a:lnTo>
                    <a:pt x="0" y="0"/>
                  </a:lnTo>
                  <a:close/>
                </a:path>
              </a:pathLst>
            </a:custGeom>
            <a:blipFill rotWithShape="0">
              <a:blip r:embed="rId4"/>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77" name="TextBox 8"/>
          <p:cNvSpPr/>
          <p:nvPr/>
        </p:nvSpPr>
        <p:spPr>
          <a:xfrm>
            <a:off x="6644005" y="363855"/>
            <a:ext cx="5219700" cy="765810"/>
          </a:xfrm>
          <a:prstGeom prst="rect">
            <a:avLst/>
          </a:prstGeom>
          <a:noFill/>
          <a:ln w="0">
            <a:noFill/>
          </a:ln>
        </p:spPr>
        <p:style>
          <a:lnRef idx="0">
            <a:srgbClr val="FFFFFF"/>
          </a:lnRef>
          <a:fillRef idx="0">
            <a:srgbClr val="FFFFFF"/>
          </a:fillRef>
          <a:effectRef idx="0">
            <a:srgbClr val="FFFFFF"/>
          </a:effectRef>
          <a:fontRef idx="minor"/>
        </p:style>
        <p:txBody>
          <a:bodyPr wrap="square" lIns="0" tIns="0" rIns="0" bIns="0" anchor="t">
            <a:spAutoFit/>
          </a:bodyPr>
          <a:p>
            <a:pPr algn="ctr" defTabSz="914400">
              <a:lnSpc>
                <a:spcPts val="5975"/>
              </a:lnSpc>
            </a:pPr>
            <a:r>
              <a:rPr lang="en-US" sz="4270" b="0" u="none" strike="noStrike">
                <a:solidFill>
                  <a:srgbClr val="000000"/>
                </a:solidFill>
                <a:effectLst/>
                <a:uFillTx/>
                <a:latin typeface="MediaPro Heavy Condensed" panose="00000800000000000000"/>
                <a:ea typeface="MediaPro Heavy Condensed" panose="00000800000000000000"/>
              </a:rPr>
              <a:t>PROBLEM STATEMENT </a:t>
            </a:r>
            <a:endParaRPr lang="en-IN" sz="4270" b="0" u="none" strike="noStrike">
              <a:solidFill>
                <a:srgbClr val="000000"/>
              </a:solidFill>
              <a:effectLst/>
              <a:uFillTx/>
              <a:latin typeface="Arial" panose="020B0604020202020204"/>
            </a:endParaRPr>
          </a:p>
        </p:txBody>
      </p:sp>
      <p:sp>
        <p:nvSpPr>
          <p:cNvPr id="2" name="Text Box 1"/>
          <p:cNvSpPr txBox="1"/>
          <p:nvPr/>
        </p:nvSpPr>
        <p:spPr>
          <a:xfrm>
            <a:off x="2485390" y="2678430"/>
            <a:ext cx="11158855" cy="5259070"/>
          </a:xfrm>
          <a:prstGeom prst="rect">
            <a:avLst/>
          </a:prstGeom>
          <a:noFill/>
        </p:spPr>
        <p:txBody>
          <a:bodyPr wrap="square" rtlCol="0" anchor="t">
            <a:noAutofit/>
          </a:bodyPr>
          <a:p>
            <a:pPr algn="just">
              <a:lnSpc>
                <a:spcPct val="150000"/>
              </a:lnSpc>
            </a:pPr>
            <a:r>
              <a:rPr lang="en-US" altLang="en-US" sz="1970" b="1">
                <a:latin typeface="Times New Roman" panose="02020603050405020304" charset="0"/>
                <a:cs typeface="Times New Roman" panose="02020603050405020304" charset="0"/>
              </a:rPr>
              <a:t>In the current dairy supply system, consumers largely depend on packaged milk provided by large dairy companies. During processing, storage, and distribution, milk may undergo several alterations such as removal of natural fat, addition of preservatives, and other modifications to enhance shelf life and appearance. This raises concerns among consumers regarding the freshness, purity, and quality of the milk they consume.</a:t>
            </a:r>
            <a:endParaRPr lang="en-US" altLang="en-US" sz="1970" b="1">
              <a:latin typeface="Times New Roman" panose="02020603050405020304" charset="0"/>
              <a:cs typeface="Times New Roman" panose="02020603050405020304" charset="0"/>
            </a:endParaRPr>
          </a:p>
          <a:p>
            <a:pPr algn="just">
              <a:lnSpc>
                <a:spcPct val="150000"/>
              </a:lnSpc>
            </a:pPr>
            <a:r>
              <a:rPr lang="en-US" altLang="en-US" sz="1970" b="1">
                <a:latin typeface="Times New Roman" panose="02020603050405020304" charset="0"/>
                <a:cs typeface="Times New Roman" panose="02020603050405020304" charset="0"/>
              </a:rPr>
              <a:t>At the same time, dairy farmers face significant challenges in selling their produce. They often rely on intermediaries or cooperatives, which results in lower profit margins and limited control over pricing. Additionally, due to the perishable nature of milk, any excess production that is not sold quickly can lead to spoilage and wastage, causing financial losses for farmers.</a:t>
            </a:r>
            <a:endParaRPr lang="en-US" altLang="en-US" sz="1970" b="1">
              <a:latin typeface="Times New Roman" panose="02020603050405020304" charset="0"/>
              <a:cs typeface="Times New Roman" panose="02020603050405020304" charset="0"/>
            </a:endParaRPr>
          </a:p>
          <a:p>
            <a:pPr algn="just">
              <a:lnSpc>
                <a:spcPct val="150000"/>
              </a:lnSpc>
            </a:pPr>
            <a:r>
              <a:rPr lang="en-US" altLang="en-US" sz="1970" b="1">
                <a:latin typeface="Times New Roman" panose="02020603050405020304" charset="0"/>
                <a:cs typeface="Times New Roman" panose="02020603050405020304" charset="0"/>
              </a:rPr>
              <a:t>Thus, there exists a gap in the current system where consumers lack access to truly fresh milk, and farmers lack a direct, profitable, and efficient way to reach nearby customers.</a:t>
            </a:r>
            <a:endParaRPr lang="en-US" sz="1970"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2"/>
          <p:cNvGrpSpPr/>
          <p:nvPr/>
        </p:nvGrpSpPr>
        <p:grpSpPr>
          <a:xfrm>
            <a:off x="7025760" y="3265920"/>
            <a:ext cx="4235400" cy="3754440"/>
            <a:chOff x="7025760" y="3265920"/>
            <a:chExt cx="4235400" cy="3754440"/>
          </a:xfrm>
        </p:grpSpPr>
        <p:sp>
          <p:nvSpPr>
            <p:cNvPr id="79" name="Freeform 3"/>
            <p:cNvSpPr/>
            <p:nvPr/>
          </p:nvSpPr>
          <p:spPr>
            <a:xfrm>
              <a:off x="7025760" y="3265920"/>
              <a:ext cx="4235400" cy="3754440"/>
            </a:xfrm>
            <a:custGeom>
              <a:avLst/>
              <a:gdLst>
                <a:gd name="textAreaLeft" fmla="*/ 0 w 4235400"/>
                <a:gd name="textAreaRight" fmla="*/ 4236120 w 4235400"/>
                <a:gd name="textAreaTop" fmla="*/ 0 h 3754440"/>
                <a:gd name="textAreaBottom" fmla="*/ 3755160 h 3754440"/>
              </a:gdLst>
              <a:ahLst/>
              <a:cxnLst/>
              <a:rect l="textAreaLeft" t="textAreaTop" r="textAreaRight" b="textAreaBottom"/>
              <a:pathLst>
                <a:path w="4016502" h="3560445">
                  <a:moveTo>
                    <a:pt x="0" y="0"/>
                  </a:moveTo>
                  <a:lnTo>
                    <a:pt x="4016502" y="0"/>
                  </a:lnTo>
                  <a:lnTo>
                    <a:pt x="4016502" y="3560445"/>
                  </a:lnTo>
                  <a:lnTo>
                    <a:pt x="0" y="3560445"/>
                  </a:lnTo>
                  <a:lnTo>
                    <a:pt x="0" y="0"/>
                  </a:lnTo>
                  <a:close/>
                </a:path>
              </a:pathLst>
            </a:custGeom>
            <a:blipFill rotWithShape="0">
              <a:blip r:embed="rId1">
                <a:alphaModFix amt="12000"/>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80" name="TextBox 4"/>
          <p:cNvSpPr/>
          <p:nvPr/>
        </p:nvSpPr>
        <p:spPr>
          <a:xfrm>
            <a:off x="6950880" y="347040"/>
            <a:ext cx="3643200" cy="831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5905"/>
              </a:lnSpc>
            </a:pPr>
            <a:r>
              <a:rPr lang="en-US" sz="4220" b="0" u="none" strike="noStrike">
                <a:solidFill>
                  <a:srgbClr val="000000"/>
                </a:solidFill>
                <a:effectLst/>
                <a:uFillTx/>
                <a:latin typeface="MediaPro Heavy Condensed" panose="00000800000000000000"/>
                <a:ea typeface="MediaPro Heavy Condensed" panose="00000800000000000000"/>
              </a:rPr>
              <a:t>PROJECT _NAME </a:t>
            </a:r>
            <a:endParaRPr lang="en-IN" sz="4220" b="0" u="none" strike="noStrike">
              <a:solidFill>
                <a:srgbClr val="000000"/>
              </a:solidFill>
              <a:effectLst/>
              <a:uFillTx/>
              <a:latin typeface="Arial" panose="020B0604020202020204"/>
            </a:endParaRPr>
          </a:p>
        </p:txBody>
      </p:sp>
      <p:sp>
        <p:nvSpPr>
          <p:cNvPr id="81" name="TextBox 5"/>
          <p:cNvSpPr/>
          <p:nvPr/>
        </p:nvSpPr>
        <p:spPr>
          <a:xfrm>
            <a:off x="2266200" y="1418760"/>
            <a:ext cx="2953440" cy="578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4010"/>
              </a:lnSpc>
            </a:pPr>
            <a:r>
              <a:rPr lang="en-US" sz="2870" b="1" u="none" strike="noStrike">
                <a:solidFill>
                  <a:srgbClr val="000000"/>
                </a:solidFill>
                <a:effectLst/>
                <a:uFillTx/>
                <a:latin typeface="Times New Roman Bold"/>
                <a:ea typeface="Times New Roman Bold"/>
              </a:rPr>
              <a:t>Proposed Solution:</a:t>
            </a:r>
            <a:endParaRPr lang="en-IN" sz="2870" b="0" u="none" strike="noStrike">
              <a:solidFill>
                <a:srgbClr val="000000"/>
              </a:solidFill>
              <a:effectLst/>
              <a:uFillTx/>
              <a:latin typeface="Arial" panose="020B0604020202020204"/>
            </a:endParaRPr>
          </a:p>
        </p:txBody>
      </p:sp>
      <p:sp>
        <p:nvSpPr>
          <p:cNvPr id="82" name="TextBox 6"/>
          <p:cNvSpPr/>
          <p:nvPr/>
        </p:nvSpPr>
        <p:spPr>
          <a:xfrm>
            <a:off x="3035880" y="3429000"/>
            <a:ext cx="3798360" cy="509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4010"/>
              </a:lnSpc>
            </a:pPr>
            <a:r>
              <a:rPr lang="en-US" sz="2870" b="1" u="none" strike="noStrike">
                <a:solidFill>
                  <a:srgbClr val="000000"/>
                </a:solidFill>
                <a:effectLst/>
                <a:uFillTx/>
                <a:latin typeface="Times New Roman Bold"/>
                <a:ea typeface="Times New Roman Bold"/>
              </a:rPr>
              <a:t>How the Issues Solved:</a:t>
            </a:r>
            <a:endParaRPr lang="en-IN" sz="2870" b="0" u="none" strike="noStrike">
              <a:solidFill>
                <a:srgbClr val="000000"/>
              </a:solidFill>
              <a:effectLst/>
              <a:uFillTx/>
              <a:latin typeface="Arial" panose="020B0604020202020204"/>
            </a:endParaRPr>
          </a:p>
        </p:txBody>
      </p:sp>
      <p:sp>
        <p:nvSpPr>
          <p:cNvPr id="83" name="TextBox 7"/>
          <p:cNvSpPr/>
          <p:nvPr/>
        </p:nvSpPr>
        <p:spPr>
          <a:xfrm>
            <a:off x="3068640" y="7151040"/>
            <a:ext cx="3881520" cy="578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4010"/>
              </a:lnSpc>
            </a:pPr>
            <a:r>
              <a:rPr lang="en-US" sz="2870" b="1" u="none" strike="noStrike">
                <a:solidFill>
                  <a:srgbClr val="000000"/>
                </a:solidFill>
                <a:effectLst/>
                <a:uFillTx/>
                <a:latin typeface="Times New Roman Bold"/>
                <a:ea typeface="Times New Roman Bold"/>
              </a:rPr>
              <a:t>Creativity &amp; Feasibility: </a:t>
            </a:r>
            <a:endParaRPr lang="en-IN" sz="2870" b="0" u="none" strike="noStrike">
              <a:solidFill>
                <a:srgbClr val="000000"/>
              </a:solidFill>
              <a:effectLst/>
              <a:uFillTx/>
              <a:latin typeface="Arial" panose="020B0604020202020204"/>
            </a:endParaRPr>
          </a:p>
        </p:txBody>
      </p:sp>
      <p:sp>
        <p:nvSpPr>
          <p:cNvPr id="84" name="Freeform 8"/>
          <p:cNvSpPr/>
          <p:nvPr/>
        </p:nvSpPr>
        <p:spPr>
          <a:xfrm>
            <a:off x="830160" y="9538200"/>
            <a:ext cx="15884640" cy="748080"/>
          </a:xfrm>
          <a:custGeom>
            <a:avLst/>
            <a:gdLst>
              <a:gd name="textAreaLeft" fmla="*/ 0 w 15884640"/>
              <a:gd name="textAreaRight" fmla="*/ 15885360 w 15884640"/>
              <a:gd name="textAreaTop" fmla="*/ 0 h 748080"/>
              <a:gd name="textAreaBottom" fmla="*/ 748800 h 748080"/>
            </a:gdLst>
            <a:ahLst/>
            <a:cxnLst/>
            <a:rect l="textAreaLeft" t="textAreaTop" r="textAreaRight" b="textAreaBottom"/>
            <a:pathLst>
              <a:path w="15885392" h="748915">
                <a:moveTo>
                  <a:pt x="0" y="0"/>
                </a:moveTo>
                <a:lnTo>
                  <a:pt x="15885392" y="0"/>
                </a:lnTo>
                <a:lnTo>
                  <a:pt x="15885392" y="748915"/>
                </a:lnTo>
                <a:lnTo>
                  <a:pt x="0" y="748915"/>
                </a:lnTo>
                <a:lnTo>
                  <a:pt x="0" y="0"/>
                </a:lnTo>
                <a:close/>
              </a:path>
            </a:pathLst>
          </a:custGeom>
          <a:blipFill rotWithShape="0">
            <a:blip r:embed="rId2">
              <a:extLst>
                <a:ext uri="{96DAC541-7B7A-43D3-8B79-37D633B846F1}">
                  <asvg:svgBlip xmlns:asvg="http://schemas.microsoft.com/office/drawing/2016/SVG/main" r:embed="rId3"/>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sp>
        <p:nvSpPr>
          <p:cNvPr id="85" name="Freeform 9"/>
          <p:cNvSpPr/>
          <p:nvPr/>
        </p:nvSpPr>
        <p:spPr>
          <a:xfrm>
            <a:off x="14191200" y="-93600"/>
            <a:ext cx="1810080" cy="2090880"/>
          </a:xfrm>
          <a:custGeom>
            <a:avLst/>
            <a:gdLst>
              <a:gd name="textAreaLeft" fmla="*/ 0 w 1810080"/>
              <a:gd name="textAreaRight" fmla="*/ 1810800 w 1810080"/>
              <a:gd name="textAreaTop" fmla="*/ 0 h 2090880"/>
              <a:gd name="textAreaBottom" fmla="*/ 2091600 h 2090880"/>
            </a:gdLst>
            <a:ahLst/>
            <a:cxnLst/>
            <a:rect l="textAreaLeft" t="textAreaTop" r="textAreaRight" b="textAreaBottom"/>
            <a:pathLst>
              <a:path w="1810766" h="2091757">
                <a:moveTo>
                  <a:pt x="0" y="0"/>
                </a:moveTo>
                <a:lnTo>
                  <a:pt x="1810766" y="0"/>
                </a:lnTo>
                <a:lnTo>
                  <a:pt x="1810766" y="2091757"/>
                </a:lnTo>
                <a:lnTo>
                  <a:pt x="0" y="2091757"/>
                </a:lnTo>
                <a:lnTo>
                  <a:pt x="0" y="0"/>
                </a:lnTo>
                <a:close/>
              </a:path>
            </a:pathLst>
          </a:custGeom>
          <a:blipFill rotWithShape="0">
            <a:blip r:embed="rId4">
              <a:extLst>
                <a:ext uri="{96DAC541-7B7A-43D3-8B79-37D633B846F1}">
                  <asvg:svgBlip xmlns:asvg="http://schemas.microsoft.com/office/drawing/2016/SVG/main" r:embed="rId5"/>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nvGrpSpPr>
          <p:cNvPr id="86" name="Group 10"/>
          <p:cNvGrpSpPr/>
          <p:nvPr/>
        </p:nvGrpSpPr>
        <p:grpSpPr>
          <a:xfrm>
            <a:off x="14419080" y="215640"/>
            <a:ext cx="1296360" cy="1283400"/>
            <a:chOff x="14419080" y="215640"/>
            <a:chExt cx="1296360" cy="1283400"/>
          </a:xfrm>
        </p:grpSpPr>
        <p:sp>
          <p:nvSpPr>
            <p:cNvPr id="87" name="Freeform 11"/>
            <p:cNvSpPr/>
            <p:nvPr/>
          </p:nvSpPr>
          <p:spPr>
            <a:xfrm>
              <a:off x="14419080" y="215640"/>
              <a:ext cx="1296360" cy="1283400"/>
            </a:xfrm>
            <a:custGeom>
              <a:avLst/>
              <a:gdLst>
                <a:gd name="textAreaLeft" fmla="*/ 0 w 1296360"/>
                <a:gd name="textAreaRight" fmla="*/ 1297080 w 1296360"/>
                <a:gd name="textAreaTop" fmla="*/ 0 h 1283400"/>
                <a:gd name="textAreaBottom" fmla="*/ 1284120 h 1283400"/>
              </a:gdLst>
              <a:ahLst/>
              <a:cxnLst/>
              <a:rect l="textAreaLeft" t="textAreaTop" r="textAreaRight" b="textAreaBottom"/>
              <a:pathLst>
                <a:path w="1229868" h="1217676">
                  <a:moveTo>
                    <a:pt x="0" y="0"/>
                  </a:moveTo>
                  <a:lnTo>
                    <a:pt x="1229868" y="0"/>
                  </a:lnTo>
                  <a:lnTo>
                    <a:pt x="1229868" y="1217676"/>
                  </a:lnTo>
                  <a:lnTo>
                    <a:pt x="0" y="1217676"/>
                  </a:lnTo>
                  <a:lnTo>
                    <a:pt x="0" y="0"/>
                  </a:lnTo>
                  <a:close/>
                </a:path>
              </a:pathLst>
            </a:custGeom>
            <a:blipFill rotWithShape="0">
              <a:blip r:embed="rId6"/>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grpSp>
        <p:nvGrpSpPr>
          <p:cNvPr id="88" name="Group 12"/>
          <p:cNvGrpSpPr/>
          <p:nvPr/>
        </p:nvGrpSpPr>
        <p:grpSpPr>
          <a:xfrm>
            <a:off x="2286000" y="0"/>
            <a:ext cx="1499040" cy="1499040"/>
            <a:chOff x="2286000" y="0"/>
            <a:chExt cx="1499040" cy="1499040"/>
          </a:xfrm>
        </p:grpSpPr>
        <p:sp>
          <p:nvSpPr>
            <p:cNvPr id="89" name="Freeform 13"/>
            <p:cNvSpPr/>
            <p:nvPr/>
          </p:nvSpPr>
          <p:spPr>
            <a:xfrm>
              <a:off x="2286000" y="0"/>
              <a:ext cx="1499040" cy="1499040"/>
            </a:xfrm>
            <a:custGeom>
              <a:avLst/>
              <a:gdLst>
                <a:gd name="textAreaLeft" fmla="*/ 0 w 1499040"/>
                <a:gd name="textAreaRight" fmla="*/ 1499760 w 1499040"/>
                <a:gd name="textAreaTop" fmla="*/ 0 h 1499040"/>
                <a:gd name="textAreaBottom" fmla="*/ 1499760 h 1499040"/>
              </a:gdLst>
              <a:ahLst/>
              <a:cxnLst/>
              <a:rect l="textAreaLeft" t="textAreaTop" r="textAreaRight" b="textAreaBottom"/>
              <a:pathLst>
                <a:path w="1422019" h="1422019">
                  <a:moveTo>
                    <a:pt x="0" y="0"/>
                  </a:moveTo>
                  <a:lnTo>
                    <a:pt x="1422019" y="0"/>
                  </a:lnTo>
                  <a:lnTo>
                    <a:pt x="1422019" y="1422019"/>
                  </a:lnTo>
                  <a:lnTo>
                    <a:pt x="0" y="1422019"/>
                  </a:lnTo>
                  <a:lnTo>
                    <a:pt x="0" y="0"/>
                  </a:lnTo>
                  <a:close/>
                </a:path>
              </a:pathLst>
            </a:custGeom>
            <a:blipFill rotWithShape="0">
              <a:blip r:embed="rId7"/>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90" name="TextBox 14"/>
          <p:cNvSpPr/>
          <p:nvPr/>
        </p:nvSpPr>
        <p:spPr>
          <a:xfrm>
            <a:off x="3406680" y="2459880"/>
            <a:ext cx="11565720" cy="1296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defTabSz="914400">
              <a:lnSpc>
                <a:spcPts val="2560"/>
              </a:lnSpc>
            </a:pPr>
            <a:r>
              <a:rPr lang="en-US" sz="1830" b="1" u="none" strike="noStrike">
                <a:solidFill>
                  <a:srgbClr val="000000"/>
                </a:solidFill>
                <a:effectLst/>
                <a:uFillTx/>
                <a:latin typeface="Times New Roman Bold"/>
                <a:ea typeface="Times New Roman Bold"/>
              </a:rPr>
              <a:t>The proposed solution is a "Hyperlocal Direct Milk Supply Platform" that helps farmers connect with consumers directly and provide them with fresh milk supplies. This platform will be useful in solving the problems mentioned above.</a:t>
            </a:r>
            <a:endParaRPr lang="en-IN" sz="1830" b="0" u="none" strike="noStrike">
              <a:solidFill>
                <a:srgbClr val="000000"/>
              </a:solidFill>
              <a:effectLst/>
              <a:uFillTx/>
              <a:latin typeface="Arial" panose="020B0604020202020204"/>
            </a:endParaRPr>
          </a:p>
          <a:p>
            <a:pPr defTabSz="914400">
              <a:lnSpc>
                <a:spcPts val="2560"/>
              </a:lnSpc>
            </a:pPr>
            <a:endParaRPr lang="en-IN" sz="1800" b="0" u="none" strike="noStrike">
              <a:solidFill>
                <a:srgbClr val="000000"/>
              </a:solidFill>
              <a:effectLst/>
              <a:uFillTx/>
              <a:latin typeface="Arial" panose="020B0604020202020204"/>
            </a:endParaRPr>
          </a:p>
        </p:txBody>
      </p:sp>
      <p:sp>
        <p:nvSpPr>
          <p:cNvPr id="91" name="TextBox 15"/>
          <p:cNvSpPr/>
          <p:nvPr/>
        </p:nvSpPr>
        <p:spPr>
          <a:xfrm>
            <a:off x="3314880" y="3951000"/>
            <a:ext cx="7847280" cy="3149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defTabSz="914400">
              <a:lnSpc>
                <a:spcPts val="2780"/>
              </a:lnSpc>
            </a:pPr>
            <a:r>
              <a:rPr lang="en-US" sz="1980" b="1" u="none" strike="noStrike">
                <a:solidFill>
                  <a:srgbClr val="000000"/>
                </a:solidFill>
                <a:effectLst/>
                <a:uFillTx/>
                <a:latin typeface="Times New Roman Bold"/>
                <a:ea typeface="Times New Roman Bold"/>
              </a:rPr>
              <a:t>Freshness and Purity: Fresh milk will be supplied from nearby farms.</a:t>
            </a:r>
            <a:endParaRPr lang="en-IN" sz="1980" b="0" u="none" strike="noStrike">
              <a:solidFill>
                <a:srgbClr val="000000"/>
              </a:solidFill>
              <a:effectLst/>
              <a:uFillTx/>
              <a:latin typeface="Arial" panose="020B0604020202020204"/>
            </a:endParaRPr>
          </a:p>
          <a:p>
            <a:pPr algn="just" defTabSz="914400">
              <a:lnSpc>
                <a:spcPts val="2780"/>
              </a:lnSpc>
            </a:pPr>
            <a:endParaRPr lang="en-IN" sz="1800" b="0" u="none" strike="noStrike">
              <a:solidFill>
                <a:srgbClr val="000000"/>
              </a:solidFill>
              <a:effectLst/>
              <a:uFillTx/>
              <a:latin typeface="Arial" panose="020B0604020202020204"/>
            </a:endParaRPr>
          </a:p>
          <a:p>
            <a:pPr algn="just" defTabSz="914400">
              <a:lnSpc>
                <a:spcPts val="2780"/>
              </a:lnSpc>
            </a:pPr>
            <a:r>
              <a:rPr lang="en-US" sz="1980" b="1" u="none" strike="noStrike">
                <a:solidFill>
                  <a:srgbClr val="000000"/>
                </a:solidFill>
                <a:effectLst/>
                <a:uFillTx/>
                <a:latin typeface="Times New Roman Bold"/>
                <a:ea typeface="Times New Roman Bold"/>
              </a:rPr>
              <a:t>Farmer Income: There will be no middleman involved, and farmers will be able to earn money through subscription.</a:t>
            </a:r>
            <a:endParaRPr lang="en-IN" sz="1980" b="0" u="none" strike="noStrike">
              <a:solidFill>
                <a:srgbClr val="000000"/>
              </a:solidFill>
              <a:effectLst/>
              <a:uFillTx/>
              <a:latin typeface="Arial" panose="020B0604020202020204"/>
            </a:endParaRPr>
          </a:p>
          <a:p>
            <a:pPr algn="just" defTabSz="914400">
              <a:lnSpc>
                <a:spcPts val="2780"/>
              </a:lnSpc>
            </a:pPr>
            <a:endParaRPr lang="en-IN" sz="1800" b="0" u="none" strike="noStrike">
              <a:solidFill>
                <a:srgbClr val="000000"/>
              </a:solidFill>
              <a:effectLst/>
              <a:uFillTx/>
              <a:latin typeface="Arial" panose="020B0604020202020204"/>
            </a:endParaRPr>
          </a:p>
          <a:p>
            <a:pPr algn="just" defTabSz="914400">
              <a:lnSpc>
                <a:spcPts val="2780"/>
              </a:lnSpc>
            </a:pPr>
            <a:r>
              <a:rPr lang="en-US" sz="1980" b="1" u="none" strike="noStrike">
                <a:solidFill>
                  <a:srgbClr val="000000"/>
                </a:solidFill>
                <a:effectLst/>
                <a:uFillTx/>
                <a:latin typeface="Times New Roman Bold"/>
                <a:ea typeface="Times New Roman Bold"/>
              </a:rPr>
              <a:t>Milk Wastage: This will be reduced to zero.</a:t>
            </a:r>
            <a:endParaRPr lang="en-IN" sz="1980" b="0" u="none" strike="noStrike">
              <a:solidFill>
                <a:srgbClr val="000000"/>
              </a:solidFill>
              <a:effectLst/>
              <a:uFillTx/>
              <a:latin typeface="Arial" panose="020B0604020202020204"/>
            </a:endParaRPr>
          </a:p>
          <a:p>
            <a:pPr algn="just" defTabSz="914400">
              <a:lnSpc>
                <a:spcPts val="2780"/>
              </a:lnSpc>
            </a:pPr>
            <a:endParaRPr lang="en-IN" sz="1800" b="0" u="none" strike="noStrike">
              <a:solidFill>
                <a:srgbClr val="000000"/>
              </a:solidFill>
              <a:effectLst/>
              <a:uFillTx/>
              <a:latin typeface="Arial" panose="020B0604020202020204"/>
            </a:endParaRPr>
          </a:p>
          <a:p>
            <a:pPr algn="just" defTabSz="914400">
              <a:lnSpc>
                <a:spcPts val="2780"/>
              </a:lnSpc>
            </a:pPr>
            <a:r>
              <a:rPr lang="en-US" sz="1980" b="1" u="none" strike="noStrike">
                <a:solidFill>
                  <a:srgbClr val="000000"/>
                </a:solidFill>
                <a:effectLst/>
                <a:uFillTx/>
                <a:latin typeface="Times New Roman Bold"/>
                <a:ea typeface="Times New Roman Bold"/>
              </a:rPr>
              <a:t>Trust and Transparency: This will be ensured through the details provided.</a:t>
            </a:r>
            <a:endParaRPr lang="en-IN" sz="1980" b="0" u="none" strike="noStrike">
              <a:solidFill>
                <a:srgbClr val="000000"/>
              </a:solidFill>
              <a:effectLst/>
              <a:uFillTx/>
              <a:latin typeface="Arial" panose="020B0604020202020204"/>
            </a:endParaRPr>
          </a:p>
        </p:txBody>
      </p:sp>
      <p:sp>
        <p:nvSpPr>
          <p:cNvPr id="92" name="TextBox 16"/>
          <p:cNvSpPr/>
          <p:nvPr/>
        </p:nvSpPr>
        <p:spPr>
          <a:xfrm>
            <a:off x="3314880" y="7799040"/>
            <a:ext cx="11494440" cy="13993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defTabSz="914400">
              <a:lnSpc>
                <a:spcPts val="2755"/>
              </a:lnSpc>
            </a:pPr>
            <a:r>
              <a:rPr lang="en-US" sz="1970" b="1" u="none" strike="noStrike">
                <a:solidFill>
                  <a:srgbClr val="000000"/>
                </a:solidFill>
                <a:effectLst/>
                <a:uFillTx/>
                <a:latin typeface="Times New Roman Bold"/>
                <a:ea typeface="Times New Roman Bold"/>
              </a:rPr>
              <a:t>The proposed system will be implemented through a mobile/web application with separate dashboards for farmers and consumers.</a:t>
            </a:r>
            <a:endParaRPr lang="en-IN" sz="1970" b="0" u="none" strike="noStrike">
              <a:solidFill>
                <a:srgbClr val="000000"/>
              </a:solidFill>
              <a:effectLst/>
              <a:uFillTx/>
              <a:latin typeface="Arial" panose="020B0604020202020204"/>
            </a:endParaRPr>
          </a:p>
          <a:p>
            <a:pPr algn="just" defTabSz="914400">
              <a:lnSpc>
                <a:spcPts val="2755"/>
              </a:lnSpc>
            </a:pPr>
            <a:r>
              <a:rPr lang="en-US" sz="1970" b="1" u="none" strike="noStrike">
                <a:solidFill>
                  <a:srgbClr val="000000"/>
                </a:solidFill>
                <a:effectLst/>
                <a:uFillTx/>
                <a:latin typeface="Times New Roman Bold"/>
                <a:ea typeface="Times New Roman Bold"/>
              </a:rPr>
              <a:t>Consumers will be provided with fresh milk supplies, and farmers will be able to earn money.</a:t>
            </a:r>
            <a:endParaRPr lang="en-IN" sz="1970" b="0" u="none" strike="noStrike">
              <a:solidFill>
                <a:srgbClr val="000000"/>
              </a:solidFill>
              <a:effectLst/>
              <a:uFillTx/>
              <a:latin typeface="Arial" panose="020B0604020202020204"/>
            </a:endParaRPr>
          </a:p>
          <a:p>
            <a:pPr algn="just" defTabSz="914400">
              <a:lnSpc>
                <a:spcPts val="2755"/>
              </a:lnSpc>
            </a:pPr>
            <a:r>
              <a:rPr lang="en-US" sz="1970" b="1" u="none" strike="noStrike">
                <a:solidFill>
                  <a:srgbClr val="000000"/>
                </a:solidFill>
                <a:effectLst/>
                <a:uFillTx/>
                <a:latin typeface="Times New Roman Bold"/>
                <a:ea typeface="Times New Roman Bold"/>
              </a:rPr>
              <a:t>The proposed system will be implemented in real time, thus reducing milk wastage to zero.</a:t>
            </a:r>
            <a:endParaRPr lang="en-IN" sz="197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Group 2"/>
          <p:cNvGrpSpPr/>
          <p:nvPr/>
        </p:nvGrpSpPr>
        <p:grpSpPr>
          <a:xfrm>
            <a:off x="7025760" y="3265920"/>
            <a:ext cx="4235400" cy="3754440"/>
            <a:chOff x="7025760" y="3265920"/>
            <a:chExt cx="4235400" cy="3754440"/>
          </a:xfrm>
        </p:grpSpPr>
        <p:sp>
          <p:nvSpPr>
            <p:cNvPr id="94" name="Freeform 3"/>
            <p:cNvSpPr/>
            <p:nvPr/>
          </p:nvSpPr>
          <p:spPr>
            <a:xfrm>
              <a:off x="7025760" y="3265920"/>
              <a:ext cx="4235400" cy="3754440"/>
            </a:xfrm>
            <a:custGeom>
              <a:avLst/>
              <a:gdLst>
                <a:gd name="textAreaLeft" fmla="*/ 0 w 4235400"/>
                <a:gd name="textAreaRight" fmla="*/ 4236120 w 4235400"/>
                <a:gd name="textAreaTop" fmla="*/ 0 h 3754440"/>
                <a:gd name="textAreaBottom" fmla="*/ 3755160 h 3754440"/>
              </a:gdLst>
              <a:ahLst/>
              <a:cxnLst/>
              <a:rect l="textAreaLeft" t="textAreaTop" r="textAreaRight" b="textAreaBottom"/>
              <a:pathLst>
                <a:path w="4016502" h="3560445">
                  <a:moveTo>
                    <a:pt x="0" y="0"/>
                  </a:moveTo>
                  <a:lnTo>
                    <a:pt x="4016502" y="0"/>
                  </a:lnTo>
                  <a:lnTo>
                    <a:pt x="4016502" y="3560445"/>
                  </a:lnTo>
                  <a:lnTo>
                    <a:pt x="0" y="3560445"/>
                  </a:lnTo>
                  <a:lnTo>
                    <a:pt x="0" y="0"/>
                  </a:lnTo>
                  <a:close/>
                </a:path>
              </a:pathLst>
            </a:custGeom>
            <a:blipFill rotWithShape="0">
              <a:blip r:embed="rId1">
                <a:alphaModFix amt="12000"/>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95" name="TextBox 4"/>
          <p:cNvSpPr/>
          <p:nvPr/>
        </p:nvSpPr>
        <p:spPr>
          <a:xfrm>
            <a:off x="4295520" y="357480"/>
            <a:ext cx="8953920" cy="8204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5980"/>
              </a:lnSpc>
            </a:pPr>
            <a:r>
              <a:rPr lang="en-US" sz="4270" b="0" u="none" strike="noStrike">
                <a:solidFill>
                  <a:srgbClr val="000000"/>
                </a:solidFill>
                <a:effectLst/>
                <a:uFillTx/>
                <a:latin typeface="MediaPro Heavy Condensed" panose="00000800000000000000"/>
                <a:ea typeface="MediaPro Heavy Condensed" panose="00000800000000000000"/>
              </a:rPr>
              <a:t>TECHNICAL    APPROACH</a:t>
            </a:r>
            <a:endParaRPr lang="en-IN" sz="4270" b="0" u="none" strike="noStrike">
              <a:solidFill>
                <a:srgbClr val="000000"/>
              </a:solidFill>
              <a:effectLst/>
              <a:uFillTx/>
              <a:latin typeface="Arial" panose="020B0604020202020204"/>
            </a:endParaRPr>
          </a:p>
        </p:txBody>
      </p:sp>
      <p:grpSp>
        <p:nvGrpSpPr>
          <p:cNvPr id="96" name="Group 5"/>
          <p:cNvGrpSpPr/>
          <p:nvPr/>
        </p:nvGrpSpPr>
        <p:grpSpPr>
          <a:xfrm>
            <a:off x="2286000" y="0"/>
            <a:ext cx="1499040" cy="1499040"/>
            <a:chOff x="2286000" y="0"/>
            <a:chExt cx="1499040" cy="1499040"/>
          </a:xfrm>
        </p:grpSpPr>
        <p:sp>
          <p:nvSpPr>
            <p:cNvPr id="97" name="Freeform 6"/>
            <p:cNvSpPr/>
            <p:nvPr/>
          </p:nvSpPr>
          <p:spPr>
            <a:xfrm>
              <a:off x="2286000" y="0"/>
              <a:ext cx="1499040" cy="1499040"/>
            </a:xfrm>
            <a:custGeom>
              <a:avLst/>
              <a:gdLst>
                <a:gd name="textAreaLeft" fmla="*/ 0 w 1499040"/>
                <a:gd name="textAreaRight" fmla="*/ 1499760 w 1499040"/>
                <a:gd name="textAreaTop" fmla="*/ 0 h 1499040"/>
                <a:gd name="textAreaBottom" fmla="*/ 1499760 h 1499040"/>
              </a:gdLst>
              <a:ahLst/>
              <a:cxnLst/>
              <a:rect l="textAreaLeft" t="textAreaTop" r="textAreaRight" b="textAreaBottom"/>
              <a:pathLst>
                <a:path w="1422019" h="1422019">
                  <a:moveTo>
                    <a:pt x="0" y="0"/>
                  </a:moveTo>
                  <a:lnTo>
                    <a:pt x="1422019" y="0"/>
                  </a:lnTo>
                  <a:lnTo>
                    <a:pt x="1422019" y="1422019"/>
                  </a:lnTo>
                  <a:lnTo>
                    <a:pt x="0" y="1422019"/>
                  </a:lnTo>
                  <a:lnTo>
                    <a:pt x="0" y="0"/>
                  </a:lnTo>
                  <a:close/>
                </a:path>
              </a:pathLst>
            </a:custGeom>
            <a:blipFill rotWithShape="0">
              <a:blip r:embed="rId2"/>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98" name="Freeform 7"/>
          <p:cNvSpPr/>
          <p:nvPr/>
        </p:nvSpPr>
        <p:spPr>
          <a:xfrm>
            <a:off x="14191200" y="-93600"/>
            <a:ext cx="1810080" cy="2090880"/>
          </a:xfrm>
          <a:custGeom>
            <a:avLst/>
            <a:gdLst>
              <a:gd name="textAreaLeft" fmla="*/ 0 w 1810080"/>
              <a:gd name="textAreaRight" fmla="*/ 1810800 w 1810080"/>
              <a:gd name="textAreaTop" fmla="*/ 0 h 2090880"/>
              <a:gd name="textAreaBottom" fmla="*/ 2091600 h 2090880"/>
            </a:gdLst>
            <a:ahLst/>
            <a:cxnLst/>
            <a:rect l="textAreaLeft" t="textAreaTop" r="textAreaRight" b="textAreaBottom"/>
            <a:pathLst>
              <a:path w="1810766" h="2091757">
                <a:moveTo>
                  <a:pt x="0" y="0"/>
                </a:moveTo>
                <a:lnTo>
                  <a:pt x="1810766" y="0"/>
                </a:lnTo>
                <a:lnTo>
                  <a:pt x="1810766" y="2091757"/>
                </a:lnTo>
                <a:lnTo>
                  <a:pt x="0" y="2091757"/>
                </a:lnTo>
                <a:lnTo>
                  <a:pt x="0" y="0"/>
                </a:lnTo>
                <a:close/>
              </a:path>
            </a:pathLst>
          </a:custGeom>
          <a:blipFill rotWithShape="0">
            <a:blip r:embed="rId3">
              <a:extLst>
                <a:ext uri="{96DAC541-7B7A-43D3-8B79-37D633B846F1}">
                  <asvg:svgBlip xmlns:asvg="http://schemas.microsoft.com/office/drawing/2016/SVG/main" r:embed="rId4"/>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nvGrpSpPr>
          <p:cNvPr id="99" name="Group 8"/>
          <p:cNvGrpSpPr/>
          <p:nvPr/>
        </p:nvGrpSpPr>
        <p:grpSpPr>
          <a:xfrm>
            <a:off x="14419080" y="215640"/>
            <a:ext cx="1296360" cy="1283400"/>
            <a:chOff x="14419080" y="215640"/>
            <a:chExt cx="1296360" cy="1283400"/>
          </a:xfrm>
        </p:grpSpPr>
        <p:sp>
          <p:nvSpPr>
            <p:cNvPr id="100" name="Freeform 9"/>
            <p:cNvSpPr/>
            <p:nvPr/>
          </p:nvSpPr>
          <p:spPr>
            <a:xfrm>
              <a:off x="14419080" y="215640"/>
              <a:ext cx="1296360" cy="1283400"/>
            </a:xfrm>
            <a:custGeom>
              <a:avLst/>
              <a:gdLst>
                <a:gd name="textAreaLeft" fmla="*/ 0 w 1296360"/>
                <a:gd name="textAreaRight" fmla="*/ 1297080 w 1296360"/>
                <a:gd name="textAreaTop" fmla="*/ 0 h 1283400"/>
                <a:gd name="textAreaBottom" fmla="*/ 1284120 h 1283400"/>
              </a:gdLst>
              <a:ahLst/>
              <a:cxnLst/>
              <a:rect l="textAreaLeft" t="textAreaTop" r="textAreaRight" b="textAreaBottom"/>
              <a:pathLst>
                <a:path w="1229868" h="1217676">
                  <a:moveTo>
                    <a:pt x="0" y="0"/>
                  </a:moveTo>
                  <a:lnTo>
                    <a:pt x="1229868" y="0"/>
                  </a:lnTo>
                  <a:lnTo>
                    <a:pt x="1229868" y="1217676"/>
                  </a:lnTo>
                  <a:lnTo>
                    <a:pt x="0" y="1217676"/>
                  </a:lnTo>
                  <a:lnTo>
                    <a:pt x="0" y="0"/>
                  </a:lnTo>
                  <a:close/>
                </a:path>
              </a:pathLst>
            </a:custGeom>
            <a:blipFill rotWithShape="0">
              <a:blip r:embed="rId5"/>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101" name="Freeform 10"/>
          <p:cNvSpPr/>
          <p:nvPr/>
        </p:nvSpPr>
        <p:spPr>
          <a:xfrm>
            <a:off x="830160" y="9538200"/>
            <a:ext cx="15884640" cy="748080"/>
          </a:xfrm>
          <a:custGeom>
            <a:avLst/>
            <a:gdLst>
              <a:gd name="textAreaLeft" fmla="*/ 0 w 15884640"/>
              <a:gd name="textAreaRight" fmla="*/ 15885360 w 15884640"/>
              <a:gd name="textAreaTop" fmla="*/ 0 h 748080"/>
              <a:gd name="textAreaBottom" fmla="*/ 748800 h 748080"/>
            </a:gdLst>
            <a:ahLst/>
            <a:cxnLst/>
            <a:rect l="textAreaLeft" t="textAreaTop" r="textAreaRight" b="textAreaBottom"/>
            <a:pathLst>
              <a:path w="15885392" h="748915">
                <a:moveTo>
                  <a:pt x="0" y="0"/>
                </a:moveTo>
                <a:lnTo>
                  <a:pt x="15885392" y="0"/>
                </a:lnTo>
                <a:lnTo>
                  <a:pt x="15885392" y="748915"/>
                </a:lnTo>
                <a:lnTo>
                  <a:pt x="0" y="748915"/>
                </a:lnTo>
                <a:lnTo>
                  <a:pt x="0" y="0"/>
                </a:lnTo>
                <a:close/>
              </a:path>
            </a:pathLst>
          </a:custGeom>
          <a:blipFill rotWithShape="0">
            <a:blip r:embed="rId6">
              <a:extLst>
                <a:ext uri="{96DAC541-7B7A-43D3-8B79-37D633B846F1}">
                  <asvg:svgBlip xmlns:asvg="http://schemas.microsoft.com/office/drawing/2016/SVG/main" r:embed="rId7"/>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sp>
        <p:nvSpPr>
          <p:cNvPr id="102" name="TextBox 11"/>
          <p:cNvSpPr/>
          <p:nvPr/>
        </p:nvSpPr>
        <p:spPr>
          <a:xfrm>
            <a:off x="3035880" y="1707840"/>
            <a:ext cx="9286920" cy="58510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defTabSz="914400">
              <a:lnSpc>
                <a:spcPts val="2710"/>
              </a:lnSpc>
            </a:pPr>
            <a:r>
              <a:rPr lang="en-US" sz="1940" b="1" u="none" strike="noStrike">
                <a:solidFill>
                  <a:srgbClr val="000000"/>
                </a:solidFill>
                <a:effectLst/>
                <a:uFillTx/>
                <a:latin typeface="Times New Roman Bold"/>
                <a:ea typeface="Times New Roman Bold"/>
              </a:rPr>
              <a:t>FRONTEND</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HTML, CSS, JavaScript</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BACKEND</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Python/Framework:Flask</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DATABASE</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SQL Lite</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OTHER TOOLS</a:t>
            </a:r>
            <a:endParaRPr lang="en-IN" sz="1940" b="0" u="none" strike="noStrike">
              <a:solidFill>
                <a:srgbClr val="000000"/>
              </a:solidFill>
              <a:effectLst/>
              <a:uFillTx/>
              <a:latin typeface="Arial" panose="020B0604020202020204"/>
            </a:endParaRPr>
          </a:p>
          <a:p>
            <a:pPr algn="just" defTabSz="914400">
              <a:lnSpc>
                <a:spcPts val="2710"/>
              </a:lnSpc>
            </a:pPr>
            <a:endParaRPr lang="en-IN" sz="180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Razorpay - Payment Gateway</a:t>
            </a:r>
            <a:endParaRPr lang="en-IN" sz="194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Google Maps/Leaflet.js - Geolocation Search</a:t>
            </a:r>
            <a:endParaRPr lang="en-IN" sz="1940" b="0" u="none" strike="noStrike">
              <a:solidFill>
                <a:srgbClr val="000000"/>
              </a:solidFill>
              <a:effectLst/>
              <a:uFillTx/>
              <a:latin typeface="Arial" panose="020B0604020202020204"/>
            </a:endParaRPr>
          </a:p>
          <a:p>
            <a:pPr algn="just" defTabSz="914400">
              <a:lnSpc>
                <a:spcPts val="2710"/>
              </a:lnSpc>
            </a:pPr>
            <a:r>
              <a:rPr lang="en-US" sz="1940" b="1" u="none" strike="noStrike">
                <a:solidFill>
                  <a:srgbClr val="000000"/>
                </a:solidFill>
                <a:effectLst/>
                <a:uFillTx/>
                <a:latin typeface="Times New Roman Bold"/>
                <a:ea typeface="Times New Roman Bold"/>
              </a:rPr>
              <a:t>Cron jobs - Daily Milk Availability Updates</a:t>
            </a:r>
            <a:endParaRPr lang="en-IN" sz="1940" b="0" u="none" strike="noStrike">
              <a:solidFill>
                <a:srgbClr val="000000"/>
              </a:solidFill>
              <a:effectLst/>
              <a:uFillTx/>
              <a:latin typeface="Arial" panose="020B0604020202020204"/>
            </a:endParaRPr>
          </a:p>
        </p:txBody>
      </p:sp>
      <p:sp>
        <p:nvSpPr>
          <p:cNvPr id="103" name="Freeform 12"/>
          <p:cNvSpPr/>
          <p:nvPr/>
        </p:nvSpPr>
        <p:spPr>
          <a:xfrm>
            <a:off x="7421400" y="2602440"/>
            <a:ext cx="6260400" cy="4741200"/>
          </a:xfrm>
          <a:custGeom>
            <a:avLst/>
            <a:gdLst>
              <a:gd name="textAreaLeft" fmla="*/ 0 w 6260400"/>
              <a:gd name="textAreaRight" fmla="*/ 6261120 w 6260400"/>
              <a:gd name="textAreaTop" fmla="*/ 0 h 4741200"/>
              <a:gd name="textAreaBottom" fmla="*/ 4741920 h 4741200"/>
            </a:gdLst>
            <a:ahLst/>
            <a:cxnLst/>
            <a:rect l="textAreaLeft" t="textAreaTop" r="textAreaRight" b="textAreaBottom"/>
            <a:pathLst>
              <a:path w="6261197" h="4741889">
                <a:moveTo>
                  <a:pt x="0" y="0"/>
                </a:moveTo>
                <a:lnTo>
                  <a:pt x="6261197" y="0"/>
                </a:lnTo>
                <a:lnTo>
                  <a:pt x="6261197" y="4741889"/>
                </a:lnTo>
                <a:lnTo>
                  <a:pt x="0" y="4741889"/>
                </a:lnTo>
                <a:lnTo>
                  <a:pt x="0" y="0"/>
                </a:lnTo>
                <a:close/>
              </a:path>
            </a:pathLst>
          </a:custGeom>
          <a:blipFill rotWithShape="0">
            <a:blip r:embed="rId8"/>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Group 2"/>
          <p:cNvGrpSpPr/>
          <p:nvPr/>
        </p:nvGrpSpPr>
        <p:grpSpPr>
          <a:xfrm>
            <a:off x="7025760" y="3265920"/>
            <a:ext cx="4235400" cy="3754440"/>
            <a:chOff x="7025760" y="3265920"/>
            <a:chExt cx="4235400" cy="3754440"/>
          </a:xfrm>
        </p:grpSpPr>
        <p:sp>
          <p:nvSpPr>
            <p:cNvPr id="105" name="Freeform 3"/>
            <p:cNvSpPr/>
            <p:nvPr/>
          </p:nvSpPr>
          <p:spPr>
            <a:xfrm>
              <a:off x="7025760" y="3265920"/>
              <a:ext cx="4235400" cy="3754440"/>
            </a:xfrm>
            <a:custGeom>
              <a:avLst/>
              <a:gdLst>
                <a:gd name="textAreaLeft" fmla="*/ 0 w 4235400"/>
                <a:gd name="textAreaRight" fmla="*/ 4236120 w 4235400"/>
                <a:gd name="textAreaTop" fmla="*/ 0 h 3754440"/>
                <a:gd name="textAreaBottom" fmla="*/ 3755160 h 3754440"/>
              </a:gdLst>
              <a:ahLst/>
              <a:cxnLst/>
              <a:rect l="textAreaLeft" t="textAreaTop" r="textAreaRight" b="textAreaBottom"/>
              <a:pathLst>
                <a:path w="4016502" h="3560445">
                  <a:moveTo>
                    <a:pt x="0" y="0"/>
                  </a:moveTo>
                  <a:lnTo>
                    <a:pt x="4016502" y="0"/>
                  </a:lnTo>
                  <a:lnTo>
                    <a:pt x="4016502" y="3560445"/>
                  </a:lnTo>
                  <a:lnTo>
                    <a:pt x="0" y="3560445"/>
                  </a:lnTo>
                  <a:lnTo>
                    <a:pt x="0" y="0"/>
                  </a:lnTo>
                  <a:close/>
                </a:path>
              </a:pathLst>
            </a:custGeom>
            <a:blipFill rotWithShape="0">
              <a:blip r:embed="rId1">
                <a:alphaModFix amt="12000"/>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106" name="TextBox 4"/>
          <p:cNvSpPr/>
          <p:nvPr/>
        </p:nvSpPr>
        <p:spPr>
          <a:xfrm>
            <a:off x="4295520" y="357480"/>
            <a:ext cx="8953920" cy="8204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5980"/>
              </a:lnSpc>
            </a:pPr>
            <a:r>
              <a:rPr lang="en-US" sz="4270" b="0" u="none" strike="noStrike">
                <a:solidFill>
                  <a:srgbClr val="000000"/>
                </a:solidFill>
                <a:effectLst/>
                <a:uFillTx/>
                <a:latin typeface="MediaPro Heavy Condensed" panose="00000800000000000000"/>
                <a:ea typeface="MediaPro Heavy Condensed" panose="00000800000000000000"/>
              </a:rPr>
              <a:t>TECHNICAL    APPROACH</a:t>
            </a:r>
            <a:endParaRPr lang="en-IN" sz="4270" b="0" u="none" strike="noStrike">
              <a:solidFill>
                <a:srgbClr val="000000"/>
              </a:solidFill>
              <a:effectLst/>
              <a:uFillTx/>
              <a:latin typeface="Arial" panose="020B0604020202020204"/>
            </a:endParaRPr>
          </a:p>
        </p:txBody>
      </p:sp>
      <p:grpSp>
        <p:nvGrpSpPr>
          <p:cNvPr id="107" name="Group 5"/>
          <p:cNvGrpSpPr/>
          <p:nvPr/>
        </p:nvGrpSpPr>
        <p:grpSpPr>
          <a:xfrm>
            <a:off x="2286000" y="0"/>
            <a:ext cx="1499040" cy="1499040"/>
            <a:chOff x="2286000" y="0"/>
            <a:chExt cx="1499040" cy="1499040"/>
          </a:xfrm>
        </p:grpSpPr>
        <p:sp>
          <p:nvSpPr>
            <p:cNvPr id="108" name="Freeform 6"/>
            <p:cNvSpPr/>
            <p:nvPr/>
          </p:nvSpPr>
          <p:spPr>
            <a:xfrm>
              <a:off x="2286000" y="0"/>
              <a:ext cx="1499040" cy="1499040"/>
            </a:xfrm>
            <a:custGeom>
              <a:avLst/>
              <a:gdLst>
                <a:gd name="textAreaLeft" fmla="*/ 0 w 1499040"/>
                <a:gd name="textAreaRight" fmla="*/ 1499760 w 1499040"/>
                <a:gd name="textAreaTop" fmla="*/ 0 h 1499040"/>
                <a:gd name="textAreaBottom" fmla="*/ 1499760 h 1499040"/>
              </a:gdLst>
              <a:ahLst/>
              <a:cxnLst/>
              <a:rect l="textAreaLeft" t="textAreaTop" r="textAreaRight" b="textAreaBottom"/>
              <a:pathLst>
                <a:path w="1422019" h="1422019">
                  <a:moveTo>
                    <a:pt x="0" y="0"/>
                  </a:moveTo>
                  <a:lnTo>
                    <a:pt x="1422019" y="0"/>
                  </a:lnTo>
                  <a:lnTo>
                    <a:pt x="1422019" y="1422019"/>
                  </a:lnTo>
                  <a:lnTo>
                    <a:pt x="0" y="1422019"/>
                  </a:lnTo>
                  <a:lnTo>
                    <a:pt x="0" y="0"/>
                  </a:lnTo>
                  <a:close/>
                </a:path>
              </a:pathLst>
            </a:custGeom>
            <a:blipFill rotWithShape="0">
              <a:blip r:embed="rId2"/>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109" name="Freeform 7"/>
          <p:cNvSpPr/>
          <p:nvPr/>
        </p:nvSpPr>
        <p:spPr>
          <a:xfrm>
            <a:off x="14191200" y="-93600"/>
            <a:ext cx="1810080" cy="2090880"/>
          </a:xfrm>
          <a:custGeom>
            <a:avLst/>
            <a:gdLst>
              <a:gd name="textAreaLeft" fmla="*/ 0 w 1810080"/>
              <a:gd name="textAreaRight" fmla="*/ 1810800 w 1810080"/>
              <a:gd name="textAreaTop" fmla="*/ 0 h 2090880"/>
              <a:gd name="textAreaBottom" fmla="*/ 2091600 h 2090880"/>
            </a:gdLst>
            <a:ahLst/>
            <a:cxnLst/>
            <a:rect l="textAreaLeft" t="textAreaTop" r="textAreaRight" b="textAreaBottom"/>
            <a:pathLst>
              <a:path w="1810766" h="2091757">
                <a:moveTo>
                  <a:pt x="0" y="0"/>
                </a:moveTo>
                <a:lnTo>
                  <a:pt x="1810766" y="0"/>
                </a:lnTo>
                <a:lnTo>
                  <a:pt x="1810766" y="2091757"/>
                </a:lnTo>
                <a:lnTo>
                  <a:pt x="0" y="2091757"/>
                </a:lnTo>
                <a:lnTo>
                  <a:pt x="0" y="0"/>
                </a:lnTo>
                <a:close/>
              </a:path>
            </a:pathLst>
          </a:custGeom>
          <a:blipFill rotWithShape="0">
            <a:blip r:embed="rId3">
              <a:extLst>
                <a:ext uri="{96DAC541-7B7A-43D3-8B79-37D633B846F1}">
                  <asvg:svgBlip xmlns:asvg="http://schemas.microsoft.com/office/drawing/2016/SVG/main" r:embed="rId4"/>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nvGrpSpPr>
          <p:cNvPr id="110" name="Group 8"/>
          <p:cNvGrpSpPr/>
          <p:nvPr/>
        </p:nvGrpSpPr>
        <p:grpSpPr>
          <a:xfrm>
            <a:off x="14419080" y="215640"/>
            <a:ext cx="1296360" cy="1283400"/>
            <a:chOff x="14419080" y="215640"/>
            <a:chExt cx="1296360" cy="1283400"/>
          </a:xfrm>
        </p:grpSpPr>
        <p:sp>
          <p:nvSpPr>
            <p:cNvPr id="111" name="Freeform 9"/>
            <p:cNvSpPr/>
            <p:nvPr/>
          </p:nvSpPr>
          <p:spPr>
            <a:xfrm>
              <a:off x="14419080" y="215640"/>
              <a:ext cx="1296360" cy="1283400"/>
            </a:xfrm>
            <a:custGeom>
              <a:avLst/>
              <a:gdLst>
                <a:gd name="textAreaLeft" fmla="*/ 0 w 1296360"/>
                <a:gd name="textAreaRight" fmla="*/ 1297080 w 1296360"/>
                <a:gd name="textAreaTop" fmla="*/ 0 h 1283400"/>
                <a:gd name="textAreaBottom" fmla="*/ 1284120 h 1283400"/>
              </a:gdLst>
              <a:ahLst/>
              <a:cxnLst/>
              <a:rect l="textAreaLeft" t="textAreaTop" r="textAreaRight" b="textAreaBottom"/>
              <a:pathLst>
                <a:path w="1229868" h="1217676">
                  <a:moveTo>
                    <a:pt x="0" y="0"/>
                  </a:moveTo>
                  <a:lnTo>
                    <a:pt x="1229868" y="0"/>
                  </a:lnTo>
                  <a:lnTo>
                    <a:pt x="1229868" y="1217676"/>
                  </a:lnTo>
                  <a:lnTo>
                    <a:pt x="0" y="1217676"/>
                  </a:lnTo>
                  <a:lnTo>
                    <a:pt x="0" y="0"/>
                  </a:lnTo>
                  <a:close/>
                </a:path>
              </a:pathLst>
            </a:custGeom>
            <a:blipFill rotWithShape="0">
              <a:blip r:embed="rId5"/>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grpSp>
      <p:sp>
        <p:nvSpPr>
          <p:cNvPr id="112" name="Freeform 10"/>
          <p:cNvSpPr/>
          <p:nvPr/>
        </p:nvSpPr>
        <p:spPr>
          <a:xfrm>
            <a:off x="830160" y="9538200"/>
            <a:ext cx="15884640" cy="748080"/>
          </a:xfrm>
          <a:custGeom>
            <a:avLst/>
            <a:gdLst>
              <a:gd name="textAreaLeft" fmla="*/ 0 w 15884640"/>
              <a:gd name="textAreaRight" fmla="*/ 15885360 w 15884640"/>
              <a:gd name="textAreaTop" fmla="*/ 0 h 748080"/>
              <a:gd name="textAreaBottom" fmla="*/ 748800 h 748080"/>
            </a:gdLst>
            <a:ahLst/>
            <a:cxnLst/>
            <a:rect l="textAreaLeft" t="textAreaTop" r="textAreaRight" b="textAreaBottom"/>
            <a:pathLst>
              <a:path w="15885392" h="748915">
                <a:moveTo>
                  <a:pt x="0" y="0"/>
                </a:moveTo>
                <a:lnTo>
                  <a:pt x="15885392" y="0"/>
                </a:lnTo>
                <a:lnTo>
                  <a:pt x="15885392" y="748915"/>
                </a:lnTo>
                <a:lnTo>
                  <a:pt x="0" y="748915"/>
                </a:lnTo>
                <a:lnTo>
                  <a:pt x="0" y="0"/>
                </a:lnTo>
                <a:close/>
              </a:path>
            </a:pathLst>
          </a:custGeom>
          <a:blipFill rotWithShape="0">
            <a:blip r:embed="rId6">
              <a:extLst>
                <a:ext uri="{96DAC541-7B7A-43D3-8B79-37D633B846F1}">
                  <asvg:svgBlip xmlns:asvg="http://schemas.microsoft.com/office/drawing/2016/SVG/main" r:embed="rId7"/>
                </a:ext>
              </a:extLst>
            </a:blip>
            <a:srcRect/>
            <a:stretch>
              <a:fillRect/>
            </a:stretch>
          </a:blip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endParaRPr lang="en-IN" sz="1800" b="0" u="none" strike="noStrike">
              <a:solidFill>
                <a:srgbClr val="000000"/>
              </a:solidFill>
              <a:effectLst/>
              <a:uFillTx/>
              <a:latin typeface="Arial" panose="020B0604020202020204"/>
            </a:endParaRPr>
          </a:p>
        </p:txBody>
      </p:sp>
      <p:sp>
        <p:nvSpPr>
          <p:cNvPr id="113" name="TextBox 11"/>
          <p:cNvSpPr/>
          <p:nvPr/>
        </p:nvSpPr>
        <p:spPr>
          <a:xfrm>
            <a:off x="3462120" y="1929240"/>
            <a:ext cx="11363040" cy="7130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just" defTabSz="914400">
              <a:lnSpc>
                <a:spcPts val="2140"/>
              </a:lnSpc>
            </a:pPr>
            <a:endParaRPr lang="en-IN" sz="1800" b="0" u="none" strike="noStrike">
              <a:solidFill>
                <a:srgbClr val="000000"/>
              </a:solidFill>
              <a:effectLst/>
              <a:uFillTx/>
              <a:latin typeface="Arial" panose="020B0604020202020204"/>
            </a:endParaRPr>
          </a:p>
          <a:p>
            <a:pPr algn="just" defTabSz="914400">
              <a:lnSpc>
                <a:spcPts val="3400"/>
              </a:lnSpc>
            </a:pPr>
            <a:r>
              <a:rPr lang="en-US" sz="2430" b="1" u="none" strike="noStrike">
                <a:solidFill>
                  <a:srgbClr val="000000"/>
                </a:solidFill>
                <a:effectLst/>
                <a:uFillTx/>
                <a:latin typeface="Times New Roman Bold"/>
                <a:ea typeface="Times New Roman Bold"/>
              </a:rPr>
              <a:t>Farmer Registration: Farmers provide farm location, milk capacity, price, delivery radius.</a:t>
            </a:r>
            <a:endParaRPr lang="en-IN" sz="243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a:p>
            <a:pPr algn="just" defTabSz="914400">
              <a:lnSpc>
                <a:spcPts val="3400"/>
              </a:lnSpc>
            </a:pPr>
            <a:r>
              <a:rPr lang="en-US" sz="2430" b="1" u="none" strike="noStrike">
                <a:solidFill>
                  <a:srgbClr val="000000"/>
                </a:solidFill>
                <a:effectLst/>
                <a:uFillTx/>
                <a:latin typeface="Times New Roman Bold"/>
                <a:ea typeface="Times New Roman Bold"/>
              </a:rPr>
              <a:t>Daily Milk Availability: Farmers update morning and evening milk availability.</a:t>
            </a:r>
            <a:endParaRPr lang="en-IN" sz="243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a:p>
            <a:pPr algn="just" defTabSz="914400">
              <a:lnSpc>
                <a:spcPts val="3400"/>
              </a:lnSpc>
            </a:pPr>
            <a:r>
              <a:rPr lang="en-US" sz="2430" b="1" u="none" strike="noStrike">
                <a:solidFill>
                  <a:srgbClr val="000000"/>
                </a:solidFill>
                <a:effectLst/>
                <a:uFillTx/>
                <a:latin typeface="Times New Roman Bold"/>
                <a:ea typeface="Times New Roman Bold"/>
              </a:rPr>
              <a:t>Consumer Ordering: Consumers browse nearby farms, place orders, choose delivery or pickup.</a:t>
            </a:r>
            <a:endParaRPr lang="en-IN" sz="243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a:p>
            <a:pPr algn="just" defTabSz="914400">
              <a:lnSpc>
                <a:spcPts val="3400"/>
              </a:lnSpc>
            </a:pPr>
            <a:r>
              <a:rPr lang="en-US" sz="2430" b="1" u="none" strike="noStrike">
                <a:solidFill>
                  <a:srgbClr val="000000"/>
                </a:solidFill>
                <a:effectLst/>
                <a:uFillTx/>
                <a:latin typeface="Times New Roman Bold"/>
                <a:ea typeface="Times New Roman Bold"/>
              </a:rPr>
              <a:t>Subscription Model: Consumers subscribe for daily delivery (morning/evening).</a:t>
            </a:r>
            <a:endParaRPr lang="en-IN" sz="243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a:p>
            <a:pPr algn="just" defTabSz="914400">
              <a:lnSpc>
                <a:spcPts val="3400"/>
              </a:lnSpc>
            </a:pPr>
            <a:r>
              <a:rPr lang="en-US" sz="2430" b="1" u="none" strike="noStrike">
                <a:solidFill>
                  <a:srgbClr val="000000"/>
                </a:solidFill>
                <a:effectLst/>
                <a:uFillTx/>
                <a:latin typeface="Times New Roman Bold"/>
                <a:ea typeface="Times New Roman Bold"/>
              </a:rPr>
              <a:t>Excess Milk Handling: Platform suggests paneer, ghee, butter, cheese, or supply to local shops.</a:t>
            </a:r>
            <a:endParaRPr lang="en-IN" sz="243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a:p>
            <a:pPr algn="just" defTabSz="914400">
              <a:lnSpc>
                <a:spcPts val="3400"/>
              </a:lnSpc>
            </a:pPr>
            <a:r>
              <a:rPr lang="en-US" sz="2430" b="1" u="none" strike="noStrike">
                <a:solidFill>
                  <a:srgbClr val="000000"/>
                </a:solidFill>
                <a:effectLst/>
                <a:uFillTx/>
                <a:latin typeface="Times New Roman Bold"/>
                <a:ea typeface="Times New Roman Bold"/>
              </a:rPr>
              <a:t>Milk Society Distribution: Local centers facilitate quick distribution and pickup.</a:t>
            </a:r>
            <a:endParaRPr lang="en-IN" sz="243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a:p>
            <a:pPr algn="just" defTabSz="914400">
              <a:lnSpc>
                <a:spcPts val="3400"/>
              </a:lnSpc>
            </a:pPr>
            <a:endParaRPr lang="en-IN" sz="1800" b="0" u="none" strike="noStrike">
              <a:solidFill>
                <a:srgbClr val="000000"/>
              </a:solidFill>
              <a:effectLst/>
              <a:uFillTx/>
              <a:latin typeface="Arial" panose="020B0604020202020204"/>
            </a:endParaRPr>
          </a:p>
        </p:txBody>
      </p:sp>
      <p:sp>
        <p:nvSpPr>
          <p:cNvPr id="114" name="TextBox 12"/>
          <p:cNvSpPr/>
          <p:nvPr/>
        </p:nvSpPr>
        <p:spPr>
          <a:xfrm>
            <a:off x="3462120" y="1338480"/>
            <a:ext cx="3588840" cy="637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spAutoFit/>
          </a:bodyPr>
          <a:p>
            <a:pPr algn="ctr" defTabSz="914400">
              <a:lnSpc>
                <a:spcPts val="4635"/>
              </a:lnSpc>
            </a:pPr>
            <a:r>
              <a:rPr lang="en-US" sz="3310" b="1" u="none" strike="noStrike">
                <a:solidFill>
                  <a:srgbClr val="000000"/>
                </a:solidFill>
                <a:effectLst/>
                <a:uFillTx/>
                <a:latin typeface="Times New Roman MT Bold"/>
                <a:ea typeface="Times New Roman MT Bold"/>
              </a:rPr>
              <a:t>METHODOLOGY</a:t>
            </a:r>
            <a:endParaRPr lang="en-IN" sz="331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2819</Words>
  <Application>WPS Presentation</Application>
  <PresentationFormat/>
  <Paragraphs>80</Paragraphs>
  <Slides>5</Slides>
  <Notes>0</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vt:i4>
      </vt:variant>
    </vt:vector>
  </HeadingPairs>
  <TitlesOfParts>
    <vt:vector size="25" baseType="lpstr">
      <vt:lpstr>Arial</vt:lpstr>
      <vt:lpstr>SimSun</vt:lpstr>
      <vt:lpstr>Wingdings</vt:lpstr>
      <vt:lpstr>Calibri</vt:lpstr>
      <vt:lpstr>Times New Roman</vt:lpstr>
      <vt:lpstr>Arial</vt:lpstr>
      <vt:lpstr>Symbol</vt:lpstr>
      <vt:lpstr>Canva Sans Bold</vt:lpstr>
      <vt:lpstr>Segoe Print</vt:lpstr>
      <vt:lpstr>Canva Sans</vt:lpstr>
      <vt:lpstr>MediaPro Heavy Condensed</vt:lpstr>
      <vt:lpstr>Times New Roman Bold</vt:lpstr>
      <vt:lpstr>Times New Roman</vt:lpstr>
      <vt:lpstr>Arimo Bold</vt:lpstr>
      <vt:lpstr>Arimo</vt:lpstr>
      <vt:lpstr>Times New Roman MT Bold</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Name - PYZEN Problem Statement ID - PY057 Problem Statement Title- Domain- Web develepment PS Category- Software Industry Mentor - Student Mentor -</dc:title>
  <dc:creator/>
  <cp:lastModifiedBy>Kruthika Nithiya</cp:lastModifiedBy>
  <cp:revision>6</cp:revision>
  <dcterms:created xsi:type="dcterms:W3CDTF">2006-08-16T00:00:00Z</dcterms:created>
  <dcterms:modified xsi:type="dcterms:W3CDTF">2026-03-19T15:33:19Z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y fmtid="{D5CDD505-2E9C-101B-9397-08002B2CF9AE}" pid="3" name="ICV">
    <vt:lpwstr>354C2037E7C642C4BEE614184AD040EF_12</vt:lpwstr>
  </property>
  <property fmtid="{D5CDD505-2E9C-101B-9397-08002B2CF9AE}" pid="4" name="KSOProductBuildVer">
    <vt:lpwstr>1033-12.2.0.23196</vt:lpwstr>
  </property>
</Properties>
</file>